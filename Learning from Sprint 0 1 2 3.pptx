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6" r:id="rId1"/>
  </p:sldMasterIdLst>
  <p:sldIdLst>
    <p:sldId id="260" r:id="rId2"/>
    <p:sldId id="263" r:id="rId3"/>
    <p:sldId id="256" r:id="rId4"/>
    <p:sldId id="261" r:id="rId5"/>
    <p:sldId id="262" r:id="rId6"/>
    <p:sldId id="264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image" Target="../media/image1.jp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image" Target="../media/image1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3DAA00-AD9E-40E6-8F71-8C07DF92D384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3B2C8168-D3BA-4888-95F3-D5DCB7D57DA9}">
      <dgm:prSet phldrT="[Text]" custT="1"/>
      <dgm:spPr/>
      <dgm:t>
        <a:bodyPr/>
        <a:lstStyle/>
        <a:p>
          <a:r>
            <a:rPr lang="en-IN" sz="2400" dirty="0"/>
            <a:t>SDLC Concepts</a:t>
          </a:r>
        </a:p>
      </dgm:t>
    </dgm:pt>
    <dgm:pt modelId="{84E4889C-CC51-4587-ACE1-E31D23E6A19F}" type="parTrans" cxnId="{72CE2C66-7065-4BD5-83C9-2CB92D92009B}">
      <dgm:prSet/>
      <dgm:spPr/>
      <dgm:t>
        <a:bodyPr/>
        <a:lstStyle/>
        <a:p>
          <a:endParaRPr lang="en-IN"/>
        </a:p>
      </dgm:t>
    </dgm:pt>
    <dgm:pt modelId="{C7506FAB-14B2-4315-AD8C-A78D40951087}" type="sibTrans" cxnId="{72CE2C66-7065-4BD5-83C9-2CB92D92009B}">
      <dgm:prSet/>
      <dgm:spPr/>
      <dgm:t>
        <a:bodyPr/>
        <a:lstStyle/>
        <a:p>
          <a:endParaRPr lang="en-IN"/>
        </a:p>
      </dgm:t>
    </dgm:pt>
    <dgm:pt modelId="{A6355144-D8CD-49A8-9068-237BBDDC20A1}">
      <dgm:prSet phldrT="[Text]" custT="1"/>
      <dgm:spPr/>
      <dgm:t>
        <a:bodyPr/>
        <a:lstStyle/>
        <a:p>
          <a:r>
            <a:rPr lang="en-IN" sz="2400" dirty="0"/>
            <a:t>Agile Methodologies</a:t>
          </a:r>
        </a:p>
      </dgm:t>
    </dgm:pt>
    <dgm:pt modelId="{B5A1AD01-E3FE-4223-9B0C-D2AE799CA74D}" type="parTrans" cxnId="{531D62FD-EC3F-4C24-A1B8-3D44CF822FBB}">
      <dgm:prSet/>
      <dgm:spPr/>
      <dgm:t>
        <a:bodyPr/>
        <a:lstStyle/>
        <a:p>
          <a:endParaRPr lang="en-IN"/>
        </a:p>
      </dgm:t>
    </dgm:pt>
    <dgm:pt modelId="{A4EAD6A9-A273-4E77-AF72-8B67B343AD72}" type="sibTrans" cxnId="{531D62FD-EC3F-4C24-A1B8-3D44CF822FBB}">
      <dgm:prSet/>
      <dgm:spPr/>
      <dgm:t>
        <a:bodyPr/>
        <a:lstStyle/>
        <a:p>
          <a:endParaRPr lang="en-IN"/>
        </a:p>
      </dgm:t>
    </dgm:pt>
    <dgm:pt modelId="{C9D1F582-2D3D-45F8-844E-08FC9DF5B691}">
      <dgm:prSet phldrT="[Text]" custT="1"/>
      <dgm:spPr/>
      <dgm:t>
        <a:bodyPr/>
        <a:lstStyle/>
        <a:p>
          <a:r>
            <a:rPr lang="en-IN" sz="2400" dirty="0"/>
            <a:t>GIT Basics</a:t>
          </a:r>
        </a:p>
      </dgm:t>
    </dgm:pt>
    <dgm:pt modelId="{37C1B138-F914-49D3-AF75-3E7A6881410B}" type="parTrans" cxnId="{830B5516-9A8F-442A-ABB9-AF64FE5A0623}">
      <dgm:prSet/>
      <dgm:spPr/>
      <dgm:t>
        <a:bodyPr/>
        <a:lstStyle/>
        <a:p>
          <a:endParaRPr lang="en-IN"/>
        </a:p>
      </dgm:t>
    </dgm:pt>
    <dgm:pt modelId="{E12C9DAA-60EA-4085-AB52-7BA0DF3AEA96}" type="sibTrans" cxnId="{830B5516-9A8F-442A-ABB9-AF64FE5A0623}">
      <dgm:prSet/>
      <dgm:spPr/>
      <dgm:t>
        <a:bodyPr/>
        <a:lstStyle/>
        <a:p>
          <a:endParaRPr lang="en-IN"/>
        </a:p>
      </dgm:t>
    </dgm:pt>
    <dgm:pt modelId="{85F1A5EE-9C7C-4625-B60D-80F2E0B51F9E}" type="pres">
      <dgm:prSet presAssocID="{C13DAA00-AD9E-40E6-8F71-8C07DF92D384}" presName="Name0" presStyleCnt="0">
        <dgm:presLayoutVars>
          <dgm:dir/>
          <dgm:resizeHandles val="exact"/>
        </dgm:presLayoutVars>
      </dgm:prSet>
      <dgm:spPr/>
    </dgm:pt>
    <dgm:pt modelId="{57275751-BCCD-49BF-B602-674EA98AE5FC}" type="pres">
      <dgm:prSet presAssocID="{3B2C8168-D3BA-4888-95F3-D5DCB7D57DA9}" presName="parTxOnly" presStyleLbl="node1" presStyleIdx="0" presStyleCnt="3">
        <dgm:presLayoutVars>
          <dgm:bulletEnabled val="1"/>
        </dgm:presLayoutVars>
      </dgm:prSet>
      <dgm:spPr/>
    </dgm:pt>
    <dgm:pt modelId="{38F2E71D-755B-4C5C-883E-2D49B444E062}" type="pres">
      <dgm:prSet presAssocID="{C7506FAB-14B2-4315-AD8C-A78D40951087}" presName="parSpace" presStyleCnt="0"/>
      <dgm:spPr/>
    </dgm:pt>
    <dgm:pt modelId="{704BEBA6-289C-4244-BE83-CBDAF6D497A2}" type="pres">
      <dgm:prSet presAssocID="{A6355144-D8CD-49A8-9068-237BBDDC20A1}" presName="parTxOnly" presStyleLbl="node1" presStyleIdx="1" presStyleCnt="3">
        <dgm:presLayoutVars>
          <dgm:bulletEnabled val="1"/>
        </dgm:presLayoutVars>
      </dgm:prSet>
      <dgm:spPr/>
    </dgm:pt>
    <dgm:pt modelId="{7D98D2E6-B036-4F94-B3B8-5DF2684277E2}" type="pres">
      <dgm:prSet presAssocID="{A4EAD6A9-A273-4E77-AF72-8B67B343AD72}" presName="parSpace" presStyleCnt="0"/>
      <dgm:spPr/>
    </dgm:pt>
    <dgm:pt modelId="{CD166C25-2F16-416E-9EEE-43B5F717EBB4}" type="pres">
      <dgm:prSet presAssocID="{C9D1F582-2D3D-45F8-844E-08FC9DF5B691}" presName="parTxOnly" presStyleLbl="node1" presStyleIdx="2" presStyleCnt="3">
        <dgm:presLayoutVars>
          <dgm:bulletEnabled val="1"/>
        </dgm:presLayoutVars>
      </dgm:prSet>
      <dgm:spPr/>
    </dgm:pt>
  </dgm:ptLst>
  <dgm:cxnLst>
    <dgm:cxn modelId="{830B5516-9A8F-442A-ABB9-AF64FE5A0623}" srcId="{C13DAA00-AD9E-40E6-8F71-8C07DF92D384}" destId="{C9D1F582-2D3D-45F8-844E-08FC9DF5B691}" srcOrd="2" destOrd="0" parTransId="{37C1B138-F914-49D3-AF75-3E7A6881410B}" sibTransId="{E12C9DAA-60EA-4085-AB52-7BA0DF3AEA96}"/>
    <dgm:cxn modelId="{7FBC5D3B-FDD1-4D47-99EC-81197FE6101A}" type="presOf" srcId="{C13DAA00-AD9E-40E6-8F71-8C07DF92D384}" destId="{85F1A5EE-9C7C-4625-B60D-80F2E0B51F9E}" srcOrd="0" destOrd="0" presId="urn:microsoft.com/office/officeart/2005/8/layout/hChevron3"/>
    <dgm:cxn modelId="{72CE2C66-7065-4BD5-83C9-2CB92D92009B}" srcId="{C13DAA00-AD9E-40E6-8F71-8C07DF92D384}" destId="{3B2C8168-D3BA-4888-95F3-D5DCB7D57DA9}" srcOrd="0" destOrd="0" parTransId="{84E4889C-CC51-4587-ACE1-E31D23E6A19F}" sibTransId="{C7506FAB-14B2-4315-AD8C-A78D40951087}"/>
    <dgm:cxn modelId="{3D9C5474-3B71-4859-98B3-87E93D6034FC}" type="presOf" srcId="{A6355144-D8CD-49A8-9068-237BBDDC20A1}" destId="{704BEBA6-289C-4244-BE83-CBDAF6D497A2}" srcOrd="0" destOrd="0" presId="urn:microsoft.com/office/officeart/2005/8/layout/hChevron3"/>
    <dgm:cxn modelId="{509EDCA7-A688-4E1F-95A4-0D3FC5F21ABB}" type="presOf" srcId="{C9D1F582-2D3D-45F8-844E-08FC9DF5B691}" destId="{CD166C25-2F16-416E-9EEE-43B5F717EBB4}" srcOrd="0" destOrd="0" presId="urn:microsoft.com/office/officeart/2005/8/layout/hChevron3"/>
    <dgm:cxn modelId="{D8BE1CB0-F99F-4433-8168-17C5C4C75BF0}" type="presOf" srcId="{3B2C8168-D3BA-4888-95F3-D5DCB7D57DA9}" destId="{57275751-BCCD-49BF-B602-674EA98AE5FC}" srcOrd="0" destOrd="0" presId="urn:microsoft.com/office/officeart/2005/8/layout/hChevron3"/>
    <dgm:cxn modelId="{531D62FD-EC3F-4C24-A1B8-3D44CF822FBB}" srcId="{C13DAA00-AD9E-40E6-8F71-8C07DF92D384}" destId="{A6355144-D8CD-49A8-9068-237BBDDC20A1}" srcOrd="1" destOrd="0" parTransId="{B5A1AD01-E3FE-4223-9B0C-D2AE799CA74D}" sibTransId="{A4EAD6A9-A273-4E77-AF72-8B67B343AD72}"/>
    <dgm:cxn modelId="{C16FD458-789D-47B3-B8BA-993F58AEB622}" type="presParOf" srcId="{85F1A5EE-9C7C-4625-B60D-80F2E0B51F9E}" destId="{57275751-BCCD-49BF-B602-674EA98AE5FC}" srcOrd="0" destOrd="0" presId="urn:microsoft.com/office/officeart/2005/8/layout/hChevron3"/>
    <dgm:cxn modelId="{1AEED46D-FFC3-48DB-8418-01641DACF1D7}" type="presParOf" srcId="{85F1A5EE-9C7C-4625-B60D-80F2E0B51F9E}" destId="{38F2E71D-755B-4C5C-883E-2D49B444E062}" srcOrd="1" destOrd="0" presId="urn:microsoft.com/office/officeart/2005/8/layout/hChevron3"/>
    <dgm:cxn modelId="{6F2D9FFC-54DE-4941-8455-F08B03C27B06}" type="presParOf" srcId="{85F1A5EE-9C7C-4625-B60D-80F2E0B51F9E}" destId="{704BEBA6-289C-4244-BE83-CBDAF6D497A2}" srcOrd="2" destOrd="0" presId="urn:microsoft.com/office/officeart/2005/8/layout/hChevron3"/>
    <dgm:cxn modelId="{3EC6EB5C-0383-4B65-99BC-1E61E4236314}" type="presParOf" srcId="{85F1A5EE-9C7C-4625-B60D-80F2E0B51F9E}" destId="{7D98D2E6-B036-4F94-B3B8-5DF2684277E2}" srcOrd="3" destOrd="0" presId="urn:microsoft.com/office/officeart/2005/8/layout/hChevron3"/>
    <dgm:cxn modelId="{3A370136-4D1F-4E29-884B-0AD1F2583B80}" type="presParOf" srcId="{85F1A5EE-9C7C-4625-B60D-80F2E0B51F9E}" destId="{CD166C25-2F16-416E-9EEE-43B5F717EBB4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6354257-91EF-4268-9F1E-E3ACB9D61EC2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31643F24-6C06-43FD-8A2F-50B0A50BAF7E}">
      <dgm:prSet phldrT="[Text]" custT="1"/>
      <dgm:spPr/>
      <dgm:t>
        <a:bodyPr/>
        <a:lstStyle/>
        <a:p>
          <a:r>
            <a:rPr lang="en-IN" sz="2400" dirty="0"/>
            <a:t>PyCharm</a:t>
          </a:r>
        </a:p>
      </dgm:t>
    </dgm:pt>
    <dgm:pt modelId="{BBFE2037-61DE-4878-9712-D16583E4BEA4}" type="parTrans" cxnId="{B50A30C9-079B-446E-9CE7-EB181925FCA9}">
      <dgm:prSet/>
      <dgm:spPr/>
      <dgm:t>
        <a:bodyPr/>
        <a:lstStyle/>
        <a:p>
          <a:endParaRPr lang="en-IN"/>
        </a:p>
      </dgm:t>
    </dgm:pt>
    <dgm:pt modelId="{D0907DA3-BEFD-4092-A396-DC44E8372571}" type="sibTrans" cxnId="{B50A30C9-079B-446E-9CE7-EB181925FCA9}">
      <dgm:prSet/>
      <dgm:spPr/>
      <dgm:t>
        <a:bodyPr/>
        <a:lstStyle/>
        <a:p>
          <a:endParaRPr lang="en-IN"/>
        </a:p>
      </dgm:t>
    </dgm:pt>
    <dgm:pt modelId="{89A83785-7678-4808-8FBB-BAA588B93FE2}">
      <dgm:prSet phldrT="[Text]" custT="1"/>
      <dgm:spPr/>
      <dgm:t>
        <a:bodyPr/>
        <a:lstStyle/>
        <a:p>
          <a:r>
            <a:rPr lang="en-IN" sz="2400" dirty="0"/>
            <a:t>Google </a:t>
          </a:r>
          <a:r>
            <a:rPr lang="en-IN" sz="2400" dirty="0" err="1"/>
            <a:t>Colab</a:t>
          </a:r>
          <a:endParaRPr lang="en-IN" sz="2400" dirty="0"/>
        </a:p>
      </dgm:t>
    </dgm:pt>
    <dgm:pt modelId="{51863FA0-DC04-45E7-B1CB-78E32303B334}" type="parTrans" cxnId="{FCE54FBD-EA88-43CC-87A5-797ED18DEAB4}">
      <dgm:prSet/>
      <dgm:spPr/>
      <dgm:t>
        <a:bodyPr/>
        <a:lstStyle/>
        <a:p>
          <a:endParaRPr lang="en-IN"/>
        </a:p>
      </dgm:t>
    </dgm:pt>
    <dgm:pt modelId="{B69F985D-A525-45B9-8DB4-EBB47EB014D7}" type="sibTrans" cxnId="{FCE54FBD-EA88-43CC-87A5-797ED18DEAB4}">
      <dgm:prSet/>
      <dgm:spPr/>
      <dgm:t>
        <a:bodyPr/>
        <a:lstStyle/>
        <a:p>
          <a:endParaRPr lang="en-IN"/>
        </a:p>
      </dgm:t>
    </dgm:pt>
    <dgm:pt modelId="{4ED13080-29FC-4450-A071-B8560C828CC0}">
      <dgm:prSet phldrT="[Text]" custT="1"/>
      <dgm:spPr/>
      <dgm:t>
        <a:bodyPr/>
        <a:lstStyle/>
        <a:p>
          <a:r>
            <a:rPr lang="en-IN" sz="2400" dirty="0"/>
            <a:t>API &amp; Micro Services</a:t>
          </a:r>
        </a:p>
      </dgm:t>
    </dgm:pt>
    <dgm:pt modelId="{03215801-7F48-4AE1-A4A3-BCA55C56D9D8}" type="parTrans" cxnId="{41BF9BE1-BE12-4DF4-B9A0-B04CA96D4DAA}">
      <dgm:prSet/>
      <dgm:spPr/>
      <dgm:t>
        <a:bodyPr/>
        <a:lstStyle/>
        <a:p>
          <a:endParaRPr lang="en-IN"/>
        </a:p>
      </dgm:t>
    </dgm:pt>
    <dgm:pt modelId="{7BAD17CE-22B4-4316-8A10-A62DCD6FFF2E}" type="sibTrans" cxnId="{41BF9BE1-BE12-4DF4-B9A0-B04CA96D4DAA}">
      <dgm:prSet/>
      <dgm:spPr/>
      <dgm:t>
        <a:bodyPr/>
        <a:lstStyle/>
        <a:p>
          <a:endParaRPr lang="en-IN"/>
        </a:p>
      </dgm:t>
    </dgm:pt>
    <dgm:pt modelId="{E4690733-E867-44D3-8032-0DE910D6C30F}" type="pres">
      <dgm:prSet presAssocID="{16354257-91EF-4268-9F1E-E3ACB9D61EC2}" presName="Name0" presStyleCnt="0">
        <dgm:presLayoutVars>
          <dgm:dir/>
          <dgm:resizeHandles val="exact"/>
        </dgm:presLayoutVars>
      </dgm:prSet>
      <dgm:spPr/>
    </dgm:pt>
    <dgm:pt modelId="{F85E5601-2F6E-4830-B73F-A9DBD95D2C41}" type="pres">
      <dgm:prSet presAssocID="{31643F24-6C06-43FD-8A2F-50B0A50BAF7E}" presName="parTxOnly" presStyleLbl="node1" presStyleIdx="0" presStyleCnt="3">
        <dgm:presLayoutVars>
          <dgm:bulletEnabled val="1"/>
        </dgm:presLayoutVars>
      </dgm:prSet>
      <dgm:spPr/>
    </dgm:pt>
    <dgm:pt modelId="{4DC2F348-D8A6-4EF1-A34B-3A50ECDF72C1}" type="pres">
      <dgm:prSet presAssocID="{D0907DA3-BEFD-4092-A396-DC44E8372571}" presName="parSpace" presStyleCnt="0"/>
      <dgm:spPr/>
    </dgm:pt>
    <dgm:pt modelId="{7903FA59-A5EA-4A56-B2AC-0F9B468C4B19}" type="pres">
      <dgm:prSet presAssocID="{89A83785-7678-4808-8FBB-BAA588B93FE2}" presName="parTxOnly" presStyleLbl="node1" presStyleIdx="1" presStyleCnt="3">
        <dgm:presLayoutVars>
          <dgm:bulletEnabled val="1"/>
        </dgm:presLayoutVars>
      </dgm:prSet>
      <dgm:spPr/>
    </dgm:pt>
    <dgm:pt modelId="{EA6828D9-E936-48B1-8F1E-8AEF129D9100}" type="pres">
      <dgm:prSet presAssocID="{B69F985D-A525-45B9-8DB4-EBB47EB014D7}" presName="parSpace" presStyleCnt="0"/>
      <dgm:spPr/>
    </dgm:pt>
    <dgm:pt modelId="{729081C4-5F20-4D23-A9EE-F282ECCD9BB2}" type="pres">
      <dgm:prSet presAssocID="{4ED13080-29FC-4450-A071-B8560C828CC0}" presName="parTxOnly" presStyleLbl="node1" presStyleIdx="2" presStyleCnt="3">
        <dgm:presLayoutVars>
          <dgm:bulletEnabled val="1"/>
        </dgm:presLayoutVars>
      </dgm:prSet>
      <dgm:spPr/>
    </dgm:pt>
  </dgm:ptLst>
  <dgm:cxnLst>
    <dgm:cxn modelId="{220C7044-AD62-4A52-8605-4515508E4D3F}" type="presOf" srcId="{89A83785-7678-4808-8FBB-BAA588B93FE2}" destId="{7903FA59-A5EA-4A56-B2AC-0F9B468C4B19}" srcOrd="0" destOrd="0" presId="urn:microsoft.com/office/officeart/2005/8/layout/hChevron3"/>
    <dgm:cxn modelId="{6EACF66E-A042-47C2-A282-FF8CC89BBEC9}" type="presOf" srcId="{31643F24-6C06-43FD-8A2F-50B0A50BAF7E}" destId="{F85E5601-2F6E-4830-B73F-A9DBD95D2C41}" srcOrd="0" destOrd="0" presId="urn:microsoft.com/office/officeart/2005/8/layout/hChevron3"/>
    <dgm:cxn modelId="{B2684158-1881-429D-BDD8-139768203DAA}" type="presOf" srcId="{16354257-91EF-4268-9F1E-E3ACB9D61EC2}" destId="{E4690733-E867-44D3-8032-0DE910D6C30F}" srcOrd="0" destOrd="0" presId="urn:microsoft.com/office/officeart/2005/8/layout/hChevron3"/>
    <dgm:cxn modelId="{FCE54FBD-EA88-43CC-87A5-797ED18DEAB4}" srcId="{16354257-91EF-4268-9F1E-E3ACB9D61EC2}" destId="{89A83785-7678-4808-8FBB-BAA588B93FE2}" srcOrd="1" destOrd="0" parTransId="{51863FA0-DC04-45E7-B1CB-78E32303B334}" sibTransId="{B69F985D-A525-45B9-8DB4-EBB47EB014D7}"/>
    <dgm:cxn modelId="{B50A30C9-079B-446E-9CE7-EB181925FCA9}" srcId="{16354257-91EF-4268-9F1E-E3ACB9D61EC2}" destId="{31643F24-6C06-43FD-8A2F-50B0A50BAF7E}" srcOrd="0" destOrd="0" parTransId="{BBFE2037-61DE-4878-9712-D16583E4BEA4}" sibTransId="{D0907DA3-BEFD-4092-A396-DC44E8372571}"/>
    <dgm:cxn modelId="{41BF9BE1-BE12-4DF4-B9A0-B04CA96D4DAA}" srcId="{16354257-91EF-4268-9F1E-E3ACB9D61EC2}" destId="{4ED13080-29FC-4450-A071-B8560C828CC0}" srcOrd="2" destOrd="0" parTransId="{03215801-7F48-4AE1-A4A3-BCA55C56D9D8}" sibTransId="{7BAD17CE-22B4-4316-8A10-A62DCD6FFF2E}"/>
    <dgm:cxn modelId="{870F2EFF-7831-4116-BAE4-485ED2B1B53A}" type="presOf" srcId="{4ED13080-29FC-4450-A071-B8560C828CC0}" destId="{729081C4-5F20-4D23-A9EE-F282ECCD9BB2}" srcOrd="0" destOrd="0" presId="urn:microsoft.com/office/officeart/2005/8/layout/hChevron3"/>
    <dgm:cxn modelId="{7AC3F11F-5673-4405-8A7F-F0D7B8895AC8}" type="presParOf" srcId="{E4690733-E867-44D3-8032-0DE910D6C30F}" destId="{F85E5601-2F6E-4830-B73F-A9DBD95D2C41}" srcOrd="0" destOrd="0" presId="urn:microsoft.com/office/officeart/2005/8/layout/hChevron3"/>
    <dgm:cxn modelId="{BCD9CC3F-2BFF-45C5-BB73-7556C8B1497B}" type="presParOf" srcId="{E4690733-E867-44D3-8032-0DE910D6C30F}" destId="{4DC2F348-D8A6-4EF1-A34B-3A50ECDF72C1}" srcOrd="1" destOrd="0" presId="urn:microsoft.com/office/officeart/2005/8/layout/hChevron3"/>
    <dgm:cxn modelId="{8CB11D6C-1597-493E-8C74-675252447FB8}" type="presParOf" srcId="{E4690733-E867-44D3-8032-0DE910D6C30F}" destId="{7903FA59-A5EA-4A56-B2AC-0F9B468C4B19}" srcOrd="2" destOrd="0" presId="urn:microsoft.com/office/officeart/2005/8/layout/hChevron3"/>
    <dgm:cxn modelId="{36DD8BC7-ED07-4370-9CF0-B711C702481C}" type="presParOf" srcId="{E4690733-E867-44D3-8032-0DE910D6C30F}" destId="{EA6828D9-E936-48B1-8F1E-8AEF129D9100}" srcOrd="3" destOrd="0" presId="urn:microsoft.com/office/officeart/2005/8/layout/hChevron3"/>
    <dgm:cxn modelId="{22397696-B941-4ED1-AE36-5DD81F17C39E}" type="presParOf" srcId="{E4690733-E867-44D3-8032-0DE910D6C30F}" destId="{729081C4-5F20-4D23-A9EE-F282ECCD9BB2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AF790AD-82D4-4D70-B9C2-285084DACD3E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</dgm:pt>
    <dgm:pt modelId="{1493C30F-E046-4243-A04C-92F3A4DAB98F}">
      <dgm:prSet phldrT="[Text]" custT="1"/>
      <dgm:spPr/>
      <dgm:t>
        <a:bodyPr/>
        <a:lstStyle/>
        <a:p>
          <a:r>
            <a:rPr lang="en-IN" sz="2400" dirty="0"/>
            <a:t>Teamwork</a:t>
          </a:r>
        </a:p>
      </dgm:t>
    </dgm:pt>
    <dgm:pt modelId="{60A967A0-723C-4A7F-9590-5CC04D9C7B23}" type="parTrans" cxnId="{2ED22350-394D-4D09-BDED-FB37950E5787}">
      <dgm:prSet/>
      <dgm:spPr/>
      <dgm:t>
        <a:bodyPr/>
        <a:lstStyle/>
        <a:p>
          <a:endParaRPr lang="en-IN"/>
        </a:p>
      </dgm:t>
    </dgm:pt>
    <dgm:pt modelId="{B4BAD60A-752B-489D-B38C-78E9A13F58C8}" type="sibTrans" cxnId="{2ED22350-394D-4D09-BDED-FB37950E5787}">
      <dgm:prSet/>
      <dgm:spPr/>
      <dgm:t>
        <a:bodyPr/>
        <a:lstStyle/>
        <a:p>
          <a:endParaRPr lang="en-IN"/>
        </a:p>
      </dgm:t>
    </dgm:pt>
    <dgm:pt modelId="{235A2DC1-45CA-4BF0-A9B2-1640710CA94E}">
      <dgm:prSet phldrT="[Text]" custT="1"/>
      <dgm:spPr/>
      <dgm:t>
        <a:bodyPr/>
        <a:lstStyle/>
        <a:p>
          <a:r>
            <a:rPr lang="en-IN" sz="2400" dirty="0"/>
            <a:t>Problem Solving</a:t>
          </a:r>
        </a:p>
      </dgm:t>
    </dgm:pt>
    <dgm:pt modelId="{BC4B4669-8193-4EAA-B469-87D6962CA3E4}" type="parTrans" cxnId="{E81E057F-1A51-46C0-96E6-84A186544909}">
      <dgm:prSet/>
      <dgm:spPr/>
      <dgm:t>
        <a:bodyPr/>
        <a:lstStyle/>
        <a:p>
          <a:endParaRPr lang="en-IN"/>
        </a:p>
      </dgm:t>
    </dgm:pt>
    <dgm:pt modelId="{F24F193D-1AF7-4953-AAE4-2820E39899B9}" type="sibTrans" cxnId="{E81E057F-1A51-46C0-96E6-84A186544909}">
      <dgm:prSet/>
      <dgm:spPr/>
      <dgm:t>
        <a:bodyPr/>
        <a:lstStyle/>
        <a:p>
          <a:endParaRPr lang="en-IN"/>
        </a:p>
      </dgm:t>
    </dgm:pt>
    <dgm:pt modelId="{D0D0E44C-D0B7-4208-A429-D9BEFA2F594B}" type="pres">
      <dgm:prSet presAssocID="{8AF790AD-82D4-4D70-B9C2-285084DACD3E}" presName="Name0" presStyleCnt="0">
        <dgm:presLayoutVars>
          <dgm:dir/>
          <dgm:resizeHandles val="exact"/>
        </dgm:presLayoutVars>
      </dgm:prSet>
      <dgm:spPr/>
    </dgm:pt>
    <dgm:pt modelId="{E52FAAC1-ED8F-413E-9A8B-DE87FA5C9656}" type="pres">
      <dgm:prSet presAssocID="{1493C30F-E046-4243-A04C-92F3A4DAB98F}" presName="parTxOnly" presStyleLbl="node1" presStyleIdx="0" presStyleCnt="2">
        <dgm:presLayoutVars>
          <dgm:bulletEnabled val="1"/>
        </dgm:presLayoutVars>
      </dgm:prSet>
      <dgm:spPr/>
    </dgm:pt>
    <dgm:pt modelId="{80DEDBE1-BD52-49FA-AFCA-D656A8E399B0}" type="pres">
      <dgm:prSet presAssocID="{B4BAD60A-752B-489D-B38C-78E9A13F58C8}" presName="parSpace" presStyleCnt="0"/>
      <dgm:spPr/>
    </dgm:pt>
    <dgm:pt modelId="{8EBEAFFF-24BB-42B3-8C2F-063E5B9FA897}" type="pres">
      <dgm:prSet presAssocID="{235A2DC1-45CA-4BF0-A9B2-1640710CA94E}" presName="parTxOnly" presStyleLbl="node1" presStyleIdx="1" presStyleCnt="2">
        <dgm:presLayoutVars>
          <dgm:bulletEnabled val="1"/>
        </dgm:presLayoutVars>
      </dgm:prSet>
      <dgm:spPr/>
    </dgm:pt>
  </dgm:ptLst>
  <dgm:cxnLst>
    <dgm:cxn modelId="{7AF7C915-2179-4F05-98F5-026FB9F72EC1}" type="presOf" srcId="{8AF790AD-82D4-4D70-B9C2-285084DACD3E}" destId="{D0D0E44C-D0B7-4208-A429-D9BEFA2F594B}" srcOrd="0" destOrd="0" presId="urn:microsoft.com/office/officeart/2005/8/layout/hChevron3"/>
    <dgm:cxn modelId="{0D090C61-05A7-4249-B21D-A2375FCA8D6D}" type="presOf" srcId="{1493C30F-E046-4243-A04C-92F3A4DAB98F}" destId="{E52FAAC1-ED8F-413E-9A8B-DE87FA5C9656}" srcOrd="0" destOrd="0" presId="urn:microsoft.com/office/officeart/2005/8/layout/hChevron3"/>
    <dgm:cxn modelId="{960F294B-A295-46E8-A09D-3C8C3317EFBC}" type="presOf" srcId="{235A2DC1-45CA-4BF0-A9B2-1640710CA94E}" destId="{8EBEAFFF-24BB-42B3-8C2F-063E5B9FA897}" srcOrd="0" destOrd="0" presId="urn:microsoft.com/office/officeart/2005/8/layout/hChevron3"/>
    <dgm:cxn modelId="{2ED22350-394D-4D09-BDED-FB37950E5787}" srcId="{8AF790AD-82D4-4D70-B9C2-285084DACD3E}" destId="{1493C30F-E046-4243-A04C-92F3A4DAB98F}" srcOrd="0" destOrd="0" parTransId="{60A967A0-723C-4A7F-9590-5CC04D9C7B23}" sibTransId="{B4BAD60A-752B-489D-B38C-78E9A13F58C8}"/>
    <dgm:cxn modelId="{E81E057F-1A51-46C0-96E6-84A186544909}" srcId="{8AF790AD-82D4-4D70-B9C2-285084DACD3E}" destId="{235A2DC1-45CA-4BF0-A9B2-1640710CA94E}" srcOrd="1" destOrd="0" parTransId="{BC4B4669-8193-4EAA-B469-87D6962CA3E4}" sibTransId="{F24F193D-1AF7-4953-AAE4-2820E39899B9}"/>
    <dgm:cxn modelId="{1A1E1E6A-10A3-459C-AAFC-DC3FC8EC87F1}" type="presParOf" srcId="{D0D0E44C-D0B7-4208-A429-D9BEFA2F594B}" destId="{E52FAAC1-ED8F-413E-9A8B-DE87FA5C9656}" srcOrd="0" destOrd="0" presId="urn:microsoft.com/office/officeart/2005/8/layout/hChevron3"/>
    <dgm:cxn modelId="{82B310C7-4EA8-45DE-BDEC-43D279A42320}" type="presParOf" srcId="{D0D0E44C-D0B7-4208-A429-D9BEFA2F594B}" destId="{80DEDBE1-BD52-49FA-AFCA-D656A8E399B0}" srcOrd="1" destOrd="0" presId="urn:microsoft.com/office/officeart/2005/8/layout/hChevron3"/>
    <dgm:cxn modelId="{F7D7A150-39EE-4B99-8281-4B4953B1C55B}" type="presParOf" srcId="{D0D0E44C-D0B7-4208-A429-D9BEFA2F594B}" destId="{8EBEAFFF-24BB-42B3-8C2F-063E5B9FA897}" srcOrd="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9D7D794-C20F-48AF-B201-5466F032E5B9}" type="doc">
      <dgm:prSet loTypeId="urn:microsoft.com/office/officeart/2005/8/layout/hList2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F807CC3E-87FC-49CA-8AB1-37685C101372}">
      <dgm:prSet phldrT="[Text]"/>
      <dgm:spPr/>
      <dgm:t>
        <a:bodyPr/>
        <a:lstStyle/>
        <a:p>
          <a:r>
            <a:rPr lang="en-IN" dirty="0"/>
            <a:t>Introduction to Python</a:t>
          </a:r>
        </a:p>
      </dgm:t>
    </dgm:pt>
    <dgm:pt modelId="{87F0118E-9E95-44E7-AC23-ADB4FEFDCC1D}" type="parTrans" cxnId="{B8469889-C384-4204-BAA4-A10C54E14158}">
      <dgm:prSet/>
      <dgm:spPr/>
      <dgm:t>
        <a:bodyPr/>
        <a:lstStyle/>
        <a:p>
          <a:endParaRPr lang="en-IN"/>
        </a:p>
      </dgm:t>
    </dgm:pt>
    <dgm:pt modelId="{0CD2C69A-8A99-4C6F-A843-33DB395352F8}" type="sibTrans" cxnId="{B8469889-C384-4204-BAA4-A10C54E14158}">
      <dgm:prSet/>
      <dgm:spPr/>
      <dgm:t>
        <a:bodyPr/>
        <a:lstStyle/>
        <a:p>
          <a:endParaRPr lang="en-IN"/>
        </a:p>
      </dgm:t>
    </dgm:pt>
    <dgm:pt modelId="{CA3EEE74-3C16-4AB1-9548-A8C3E5A3316F}">
      <dgm:prSet phldrT="[Text]"/>
      <dgm:spPr/>
      <dgm:t>
        <a:bodyPr/>
        <a:lstStyle/>
        <a:p>
          <a:r>
            <a:rPr lang="en-IN" dirty="0"/>
            <a:t>Python Syntax</a:t>
          </a:r>
        </a:p>
      </dgm:t>
    </dgm:pt>
    <dgm:pt modelId="{3C74F493-A8C6-41FB-8755-BBA850FAAA89}" type="parTrans" cxnId="{AD3735BF-751F-4C3E-A32E-50A649C9DB68}">
      <dgm:prSet/>
      <dgm:spPr/>
      <dgm:t>
        <a:bodyPr/>
        <a:lstStyle/>
        <a:p>
          <a:endParaRPr lang="en-IN"/>
        </a:p>
      </dgm:t>
    </dgm:pt>
    <dgm:pt modelId="{66C8AC98-58C2-435F-BD75-BA709A92AA96}" type="sibTrans" cxnId="{AD3735BF-751F-4C3E-A32E-50A649C9DB68}">
      <dgm:prSet/>
      <dgm:spPr/>
      <dgm:t>
        <a:bodyPr/>
        <a:lstStyle/>
        <a:p>
          <a:endParaRPr lang="en-IN"/>
        </a:p>
      </dgm:t>
    </dgm:pt>
    <dgm:pt modelId="{8A5C4658-F137-453C-983D-C8CE6437052A}">
      <dgm:prSet phldrT="[Text]"/>
      <dgm:spPr/>
      <dgm:t>
        <a:bodyPr/>
        <a:lstStyle/>
        <a:p>
          <a:r>
            <a:rPr lang="en-IN" dirty="0"/>
            <a:t>Variables&amp; Data types</a:t>
          </a:r>
        </a:p>
      </dgm:t>
    </dgm:pt>
    <dgm:pt modelId="{F720B196-80DB-487D-A724-5847CAE50E8F}" type="parTrans" cxnId="{9E7E5E10-3FC7-4946-99A4-D39D35CC5B05}">
      <dgm:prSet/>
      <dgm:spPr/>
      <dgm:t>
        <a:bodyPr/>
        <a:lstStyle/>
        <a:p>
          <a:endParaRPr lang="en-IN"/>
        </a:p>
      </dgm:t>
    </dgm:pt>
    <dgm:pt modelId="{528FBBCF-9DE8-489C-BC95-4FBDD04E470C}" type="sibTrans" cxnId="{9E7E5E10-3FC7-4946-99A4-D39D35CC5B05}">
      <dgm:prSet/>
      <dgm:spPr/>
      <dgm:t>
        <a:bodyPr/>
        <a:lstStyle/>
        <a:p>
          <a:endParaRPr lang="en-IN"/>
        </a:p>
      </dgm:t>
    </dgm:pt>
    <dgm:pt modelId="{862B28AC-46EF-4148-A546-DA676E1133EE}">
      <dgm:prSet phldrT="[Text]"/>
      <dgm:spPr/>
      <dgm:t>
        <a:bodyPr/>
        <a:lstStyle/>
        <a:p>
          <a:r>
            <a:rPr lang="en-IN" dirty="0"/>
            <a:t>Basic Operations</a:t>
          </a:r>
        </a:p>
      </dgm:t>
    </dgm:pt>
    <dgm:pt modelId="{9BD40D85-3A16-4627-B715-77C1B27148E5}" type="parTrans" cxnId="{2672B2E8-2D79-4AC8-A052-423655E25775}">
      <dgm:prSet/>
      <dgm:spPr/>
      <dgm:t>
        <a:bodyPr/>
        <a:lstStyle/>
        <a:p>
          <a:endParaRPr lang="en-IN"/>
        </a:p>
      </dgm:t>
    </dgm:pt>
    <dgm:pt modelId="{56915F50-CF27-4D65-8B2F-1E9FD8BF0415}" type="sibTrans" cxnId="{2672B2E8-2D79-4AC8-A052-423655E25775}">
      <dgm:prSet/>
      <dgm:spPr/>
      <dgm:t>
        <a:bodyPr/>
        <a:lstStyle/>
        <a:p>
          <a:endParaRPr lang="en-IN"/>
        </a:p>
      </dgm:t>
    </dgm:pt>
    <dgm:pt modelId="{56CB5D9C-CD40-45E8-B46C-9F48AC07A43F}">
      <dgm:prSet phldrT="[Text]"/>
      <dgm:spPr/>
      <dgm:t>
        <a:bodyPr/>
        <a:lstStyle/>
        <a:p>
          <a:r>
            <a:rPr lang="en-IN" dirty="0"/>
            <a:t>Input/Output</a:t>
          </a:r>
        </a:p>
      </dgm:t>
    </dgm:pt>
    <dgm:pt modelId="{81CBF8ED-923A-4830-B4BF-5762B9FEF8C6}" type="parTrans" cxnId="{E24EF2F1-3524-4492-9AAB-0F9AEEF8ECD7}">
      <dgm:prSet/>
      <dgm:spPr/>
      <dgm:t>
        <a:bodyPr/>
        <a:lstStyle/>
        <a:p>
          <a:endParaRPr lang="en-IN"/>
        </a:p>
      </dgm:t>
    </dgm:pt>
    <dgm:pt modelId="{8E82DE38-3534-418A-B6FC-7CE61C122642}" type="sibTrans" cxnId="{E24EF2F1-3524-4492-9AAB-0F9AEEF8ECD7}">
      <dgm:prSet/>
      <dgm:spPr/>
      <dgm:t>
        <a:bodyPr/>
        <a:lstStyle/>
        <a:p>
          <a:endParaRPr lang="en-IN"/>
        </a:p>
      </dgm:t>
    </dgm:pt>
    <dgm:pt modelId="{C52C2F89-1FEF-45A9-B0DA-950787E3AB4E}">
      <dgm:prSet phldrT="[Text]"/>
      <dgm:spPr/>
      <dgm:t>
        <a:bodyPr/>
        <a:lstStyle/>
        <a:p>
          <a:r>
            <a:rPr lang="en-IN" dirty="0"/>
            <a:t>Functions</a:t>
          </a:r>
        </a:p>
      </dgm:t>
    </dgm:pt>
    <dgm:pt modelId="{4B69642F-5D20-41CD-A780-47D821B11AC9}" type="parTrans" cxnId="{621C6462-2596-42CE-A9FD-03485B7F9504}">
      <dgm:prSet/>
      <dgm:spPr/>
      <dgm:t>
        <a:bodyPr/>
        <a:lstStyle/>
        <a:p>
          <a:endParaRPr lang="en-IN"/>
        </a:p>
      </dgm:t>
    </dgm:pt>
    <dgm:pt modelId="{6AFBB65E-F3B0-48CA-8D93-83517446662B}" type="sibTrans" cxnId="{621C6462-2596-42CE-A9FD-03485B7F9504}">
      <dgm:prSet/>
      <dgm:spPr/>
      <dgm:t>
        <a:bodyPr/>
        <a:lstStyle/>
        <a:p>
          <a:endParaRPr lang="en-IN"/>
        </a:p>
      </dgm:t>
    </dgm:pt>
    <dgm:pt modelId="{EE753743-0A7D-4C9D-ACAE-1AD77EC8F017}">
      <dgm:prSet phldrT="[Text]"/>
      <dgm:spPr/>
      <dgm:t>
        <a:bodyPr/>
        <a:lstStyle/>
        <a:p>
          <a:r>
            <a:rPr lang="en-IN" dirty="0"/>
            <a:t>Defining Functions</a:t>
          </a:r>
        </a:p>
      </dgm:t>
    </dgm:pt>
    <dgm:pt modelId="{3EFE172A-7A48-4F63-BAEE-D696A398089D}" type="parTrans" cxnId="{988F61F4-F44E-4DD8-8243-C474DB0AEEF7}">
      <dgm:prSet/>
      <dgm:spPr/>
      <dgm:t>
        <a:bodyPr/>
        <a:lstStyle/>
        <a:p>
          <a:endParaRPr lang="en-IN"/>
        </a:p>
      </dgm:t>
    </dgm:pt>
    <dgm:pt modelId="{A3DE09B8-6364-41E2-9466-587E1D06CF7C}" type="sibTrans" cxnId="{988F61F4-F44E-4DD8-8243-C474DB0AEEF7}">
      <dgm:prSet/>
      <dgm:spPr/>
      <dgm:t>
        <a:bodyPr/>
        <a:lstStyle/>
        <a:p>
          <a:endParaRPr lang="en-IN"/>
        </a:p>
      </dgm:t>
    </dgm:pt>
    <dgm:pt modelId="{2FC2C273-ECC8-4216-B992-05CF5E1ACC9D}">
      <dgm:prSet phldrT="[Text]"/>
      <dgm:spPr/>
      <dgm:t>
        <a:bodyPr/>
        <a:lstStyle/>
        <a:p>
          <a:r>
            <a:rPr lang="en-IN" dirty="0"/>
            <a:t>Function Parameters</a:t>
          </a:r>
        </a:p>
      </dgm:t>
    </dgm:pt>
    <dgm:pt modelId="{54F5171B-9471-45C2-8804-C225A6EDE523}" type="parTrans" cxnId="{38DBE173-7284-4214-BA32-819F0A5B0234}">
      <dgm:prSet/>
      <dgm:spPr/>
      <dgm:t>
        <a:bodyPr/>
        <a:lstStyle/>
        <a:p>
          <a:endParaRPr lang="en-IN"/>
        </a:p>
      </dgm:t>
    </dgm:pt>
    <dgm:pt modelId="{D9FE52DE-5B5A-4211-8151-56D3B3F50449}" type="sibTrans" cxnId="{38DBE173-7284-4214-BA32-819F0A5B0234}">
      <dgm:prSet/>
      <dgm:spPr/>
      <dgm:t>
        <a:bodyPr/>
        <a:lstStyle/>
        <a:p>
          <a:endParaRPr lang="en-IN"/>
        </a:p>
      </dgm:t>
    </dgm:pt>
    <dgm:pt modelId="{F6F4D83A-EB7F-4C95-A6D1-FB60C49020A2}">
      <dgm:prSet phldrT="[Text]"/>
      <dgm:spPr/>
      <dgm:t>
        <a:bodyPr/>
        <a:lstStyle/>
        <a:p>
          <a:r>
            <a:rPr lang="en-IN" dirty="0"/>
            <a:t>Control Structures</a:t>
          </a:r>
        </a:p>
      </dgm:t>
    </dgm:pt>
    <dgm:pt modelId="{CF88C063-790C-4DC7-9E4A-8537F9B62982}" type="parTrans" cxnId="{F75E8CA6-340A-4D00-A0E6-18A112D6CC9A}">
      <dgm:prSet/>
      <dgm:spPr/>
      <dgm:t>
        <a:bodyPr/>
        <a:lstStyle/>
        <a:p>
          <a:endParaRPr lang="en-IN"/>
        </a:p>
      </dgm:t>
    </dgm:pt>
    <dgm:pt modelId="{E26F88F2-16BD-43B4-8362-7D58B9F2246C}" type="sibTrans" cxnId="{F75E8CA6-340A-4D00-A0E6-18A112D6CC9A}">
      <dgm:prSet/>
      <dgm:spPr/>
      <dgm:t>
        <a:bodyPr/>
        <a:lstStyle/>
        <a:p>
          <a:endParaRPr lang="en-IN"/>
        </a:p>
      </dgm:t>
    </dgm:pt>
    <dgm:pt modelId="{AC78AAC9-C692-4608-8A24-EA93544DF128}">
      <dgm:prSet phldrT="[Text]"/>
      <dgm:spPr/>
      <dgm:t>
        <a:bodyPr/>
        <a:lstStyle/>
        <a:p>
          <a:r>
            <a:rPr lang="en-IN" dirty="0"/>
            <a:t>Conditional Statements (if, </a:t>
          </a:r>
          <a:r>
            <a:rPr lang="en-IN" dirty="0" err="1"/>
            <a:t>elif</a:t>
          </a:r>
          <a:r>
            <a:rPr lang="en-IN" dirty="0"/>
            <a:t>, else)</a:t>
          </a:r>
        </a:p>
      </dgm:t>
    </dgm:pt>
    <dgm:pt modelId="{EAD9FCFD-D26E-49B8-84EE-E13672BE15DD}" type="parTrans" cxnId="{E343D410-2B21-45F9-B6CB-E7CC8C4F1CC4}">
      <dgm:prSet/>
      <dgm:spPr/>
      <dgm:t>
        <a:bodyPr/>
        <a:lstStyle/>
        <a:p>
          <a:endParaRPr lang="en-IN"/>
        </a:p>
      </dgm:t>
    </dgm:pt>
    <dgm:pt modelId="{8DB5162A-E8C7-43BB-957E-9949030FADE4}" type="sibTrans" cxnId="{E343D410-2B21-45F9-B6CB-E7CC8C4F1CC4}">
      <dgm:prSet/>
      <dgm:spPr/>
      <dgm:t>
        <a:bodyPr/>
        <a:lstStyle/>
        <a:p>
          <a:endParaRPr lang="en-IN"/>
        </a:p>
      </dgm:t>
    </dgm:pt>
    <dgm:pt modelId="{B3ACF055-FAB6-4295-9D4C-28DB6FC3BD1B}">
      <dgm:prSet phldrT="[Text]"/>
      <dgm:spPr/>
      <dgm:t>
        <a:bodyPr/>
        <a:lstStyle/>
        <a:p>
          <a:r>
            <a:rPr lang="en-IN" dirty="0"/>
            <a:t>Loops (for, while)</a:t>
          </a:r>
        </a:p>
      </dgm:t>
    </dgm:pt>
    <dgm:pt modelId="{85FEA609-928A-4E00-A2C3-504858466A81}" type="parTrans" cxnId="{756B5D34-0607-407E-9657-2224875A1180}">
      <dgm:prSet/>
      <dgm:spPr/>
      <dgm:t>
        <a:bodyPr/>
        <a:lstStyle/>
        <a:p>
          <a:endParaRPr lang="en-IN"/>
        </a:p>
      </dgm:t>
    </dgm:pt>
    <dgm:pt modelId="{59682B58-2419-4F09-970F-754C5A803B37}" type="sibTrans" cxnId="{756B5D34-0607-407E-9657-2224875A1180}">
      <dgm:prSet/>
      <dgm:spPr/>
      <dgm:t>
        <a:bodyPr/>
        <a:lstStyle/>
        <a:p>
          <a:endParaRPr lang="en-IN"/>
        </a:p>
      </dgm:t>
    </dgm:pt>
    <dgm:pt modelId="{E8B1C1B0-3259-49DF-8429-C2C631DD4A2D}">
      <dgm:prSet phldrT="[Text]"/>
      <dgm:spPr/>
      <dgm:t>
        <a:bodyPr/>
        <a:lstStyle/>
        <a:p>
          <a:r>
            <a:rPr lang="en-IN" dirty="0"/>
            <a:t>Return Statement</a:t>
          </a:r>
        </a:p>
      </dgm:t>
    </dgm:pt>
    <dgm:pt modelId="{3FDAA949-6AD3-4192-99BD-F721A8F50965}" type="parTrans" cxnId="{662D90CD-A2E6-4B5D-9423-4BBD703D8ADD}">
      <dgm:prSet/>
      <dgm:spPr/>
      <dgm:t>
        <a:bodyPr/>
        <a:lstStyle/>
        <a:p>
          <a:endParaRPr lang="en-IN"/>
        </a:p>
      </dgm:t>
    </dgm:pt>
    <dgm:pt modelId="{4E509B4C-DD6A-4706-9A8B-61821711F69B}" type="sibTrans" cxnId="{662D90CD-A2E6-4B5D-9423-4BBD703D8ADD}">
      <dgm:prSet/>
      <dgm:spPr/>
      <dgm:t>
        <a:bodyPr/>
        <a:lstStyle/>
        <a:p>
          <a:endParaRPr lang="en-IN"/>
        </a:p>
      </dgm:t>
    </dgm:pt>
    <dgm:pt modelId="{C1E295E6-6EAC-47D8-B92E-4392068649A3}" type="pres">
      <dgm:prSet presAssocID="{09D7D794-C20F-48AF-B201-5466F032E5B9}" presName="linearFlow" presStyleCnt="0">
        <dgm:presLayoutVars>
          <dgm:dir/>
          <dgm:animLvl val="lvl"/>
          <dgm:resizeHandles/>
        </dgm:presLayoutVars>
      </dgm:prSet>
      <dgm:spPr/>
    </dgm:pt>
    <dgm:pt modelId="{A5178970-5D0B-4408-AD3D-58FE2E57A99D}" type="pres">
      <dgm:prSet presAssocID="{F807CC3E-87FC-49CA-8AB1-37685C101372}" presName="compositeNode" presStyleCnt="0">
        <dgm:presLayoutVars>
          <dgm:bulletEnabled val="1"/>
        </dgm:presLayoutVars>
      </dgm:prSet>
      <dgm:spPr/>
    </dgm:pt>
    <dgm:pt modelId="{BD13F5DA-7A9B-4A0C-ADD1-1F6260B7B062}" type="pres">
      <dgm:prSet presAssocID="{F807CC3E-87FC-49CA-8AB1-37685C101372}" presName="image" presStyleLbl="fgImgPlac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</dgm:spPr>
    </dgm:pt>
    <dgm:pt modelId="{666CE6EF-1B53-477B-8A37-9D4A84AD20E7}" type="pres">
      <dgm:prSet presAssocID="{F807CC3E-87FC-49CA-8AB1-37685C101372}" presName="childNode" presStyleLbl="node1" presStyleIdx="0" presStyleCnt="3">
        <dgm:presLayoutVars>
          <dgm:bulletEnabled val="1"/>
        </dgm:presLayoutVars>
      </dgm:prSet>
      <dgm:spPr/>
    </dgm:pt>
    <dgm:pt modelId="{5A8D65F2-0F00-436C-B009-5F811DDA131D}" type="pres">
      <dgm:prSet presAssocID="{F807CC3E-87FC-49CA-8AB1-37685C101372}" presName="parentNode" presStyleLbl="revTx" presStyleIdx="0" presStyleCnt="3">
        <dgm:presLayoutVars>
          <dgm:chMax val="0"/>
          <dgm:bulletEnabled val="1"/>
        </dgm:presLayoutVars>
      </dgm:prSet>
      <dgm:spPr/>
    </dgm:pt>
    <dgm:pt modelId="{3FF047B4-9EAE-4B17-8DA2-9D411EC23D68}" type="pres">
      <dgm:prSet presAssocID="{0CD2C69A-8A99-4C6F-A843-33DB395352F8}" presName="sibTrans" presStyleCnt="0"/>
      <dgm:spPr/>
    </dgm:pt>
    <dgm:pt modelId="{B949487E-3848-419B-9B92-CFE1D265A226}" type="pres">
      <dgm:prSet presAssocID="{862B28AC-46EF-4148-A546-DA676E1133EE}" presName="compositeNode" presStyleCnt="0">
        <dgm:presLayoutVars>
          <dgm:bulletEnabled val="1"/>
        </dgm:presLayoutVars>
      </dgm:prSet>
      <dgm:spPr/>
    </dgm:pt>
    <dgm:pt modelId="{846B5C53-1C6C-4450-8991-2436BFC2CAF6}" type="pres">
      <dgm:prSet presAssocID="{862B28AC-46EF-4148-A546-DA676E1133EE}" presName="image" presStyleLbl="fgImgPlace1" presStyleIdx="1" presStyleCnt="3" custScaleX="143384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2000" r="-12000"/>
          </a:stretch>
        </a:blipFill>
      </dgm:spPr>
    </dgm:pt>
    <dgm:pt modelId="{A4D1AC71-9906-41D1-836E-E75C610F1799}" type="pres">
      <dgm:prSet presAssocID="{862B28AC-46EF-4148-A546-DA676E1133EE}" presName="childNode" presStyleLbl="node1" presStyleIdx="1" presStyleCnt="3">
        <dgm:presLayoutVars>
          <dgm:bulletEnabled val="1"/>
        </dgm:presLayoutVars>
      </dgm:prSet>
      <dgm:spPr/>
    </dgm:pt>
    <dgm:pt modelId="{1B8169ED-BAF8-42EC-8135-A88540306974}" type="pres">
      <dgm:prSet presAssocID="{862B28AC-46EF-4148-A546-DA676E1133EE}" presName="parentNode" presStyleLbl="revTx" presStyleIdx="1" presStyleCnt="3">
        <dgm:presLayoutVars>
          <dgm:chMax val="0"/>
          <dgm:bulletEnabled val="1"/>
        </dgm:presLayoutVars>
      </dgm:prSet>
      <dgm:spPr/>
    </dgm:pt>
    <dgm:pt modelId="{D75CE300-C9EA-40A3-8358-C4E0151549F6}" type="pres">
      <dgm:prSet presAssocID="{56915F50-CF27-4D65-8B2F-1E9FD8BF0415}" presName="sibTrans" presStyleCnt="0"/>
      <dgm:spPr/>
    </dgm:pt>
    <dgm:pt modelId="{CF86EFD2-CF88-420D-AB89-98CED2D3BA3E}" type="pres">
      <dgm:prSet presAssocID="{C52C2F89-1FEF-45A9-B0DA-950787E3AB4E}" presName="compositeNode" presStyleCnt="0">
        <dgm:presLayoutVars>
          <dgm:bulletEnabled val="1"/>
        </dgm:presLayoutVars>
      </dgm:prSet>
      <dgm:spPr/>
    </dgm:pt>
    <dgm:pt modelId="{4F903D25-0CA7-415C-8821-47135468BC6D}" type="pres">
      <dgm:prSet presAssocID="{C52C2F89-1FEF-45A9-B0DA-950787E3AB4E}" presName="image" presStyleLbl="fgImgPlace1" presStyleIdx="2" presStyleCnt="3" custScaleX="121760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1000" b="-11000"/>
          </a:stretch>
        </a:blipFill>
      </dgm:spPr>
    </dgm:pt>
    <dgm:pt modelId="{104C1D23-F935-4E7F-9756-DD598B25D124}" type="pres">
      <dgm:prSet presAssocID="{C52C2F89-1FEF-45A9-B0DA-950787E3AB4E}" presName="childNode" presStyleLbl="node1" presStyleIdx="2" presStyleCnt="3">
        <dgm:presLayoutVars>
          <dgm:bulletEnabled val="1"/>
        </dgm:presLayoutVars>
      </dgm:prSet>
      <dgm:spPr/>
    </dgm:pt>
    <dgm:pt modelId="{39B8C6DC-DEFB-450B-9F5A-CD22BA08A573}" type="pres">
      <dgm:prSet presAssocID="{C52C2F89-1FEF-45A9-B0DA-950787E3AB4E}" presName="parentNode" presStyleLbl="revTx" presStyleIdx="2" presStyleCnt="3">
        <dgm:presLayoutVars>
          <dgm:chMax val="0"/>
          <dgm:bulletEnabled val="1"/>
        </dgm:presLayoutVars>
      </dgm:prSet>
      <dgm:spPr/>
    </dgm:pt>
  </dgm:ptLst>
  <dgm:cxnLst>
    <dgm:cxn modelId="{C20F0A0B-844B-4FB1-8DB1-0398B7CF2AFB}" type="presOf" srcId="{862B28AC-46EF-4148-A546-DA676E1133EE}" destId="{1B8169ED-BAF8-42EC-8135-A88540306974}" srcOrd="0" destOrd="0" presId="urn:microsoft.com/office/officeart/2005/8/layout/hList2"/>
    <dgm:cxn modelId="{9E7E5E10-3FC7-4946-99A4-D39D35CC5B05}" srcId="{F807CC3E-87FC-49CA-8AB1-37685C101372}" destId="{8A5C4658-F137-453C-983D-C8CE6437052A}" srcOrd="1" destOrd="0" parTransId="{F720B196-80DB-487D-A724-5847CAE50E8F}" sibTransId="{528FBBCF-9DE8-489C-BC95-4FBDD04E470C}"/>
    <dgm:cxn modelId="{E343D410-2B21-45F9-B6CB-E7CC8C4F1CC4}" srcId="{862B28AC-46EF-4148-A546-DA676E1133EE}" destId="{AC78AAC9-C692-4608-8A24-EA93544DF128}" srcOrd="2" destOrd="0" parTransId="{EAD9FCFD-D26E-49B8-84EE-E13672BE15DD}" sibTransId="{8DB5162A-E8C7-43BB-957E-9949030FADE4}"/>
    <dgm:cxn modelId="{756B5D34-0607-407E-9657-2224875A1180}" srcId="{862B28AC-46EF-4148-A546-DA676E1133EE}" destId="{B3ACF055-FAB6-4295-9D4C-28DB6FC3BD1B}" srcOrd="3" destOrd="0" parTransId="{85FEA609-928A-4E00-A2C3-504858466A81}" sibTransId="{59682B58-2419-4F09-970F-754C5A803B37}"/>
    <dgm:cxn modelId="{621C6462-2596-42CE-A9FD-03485B7F9504}" srcId="{09D7D794-C20F-48AF-B201-5466F032E5B9}" destId="{C52C2F89-1FEF-45A9-B0DA-950787E3AB4E}" srcOrd="2" destOrd="0" parTransId="{4B69642F-5D20-41CD-A780-47D821B11AC9}" sibTransId="{6AFBB65E-F3B0-48CA-8D93-83517446662B}"/>
    <dgm:cxn modelId="{18D55046-F691-4AD3-BBF9-A924B4D1AC66}" type="presOf" srcId="{AC78AAC9-C692-4608-8A24-EA93544DF128}" destId="{A4D1AC71-9906-41D1-836E-E75C610F1799}" srcOrd="0" destOrd="2" presId="urn:microsoft.com/office/officeart/2005/8/layout/hList2"/>
    <dgm:cxn modelId="{34F07969-89D1-4B88-9807-C8C6B38BBFCB}" type="presOf" srcId="{CA3EEE74-3C16-4AB1-9548-A8C3E5A3316F}" destId="{666CE6EF-1B53-477B-8A37-9D4A84AD20E7}" srcOrd="0" destOrd="0" presId="urn:microsoft.com/office/officeart/2005/8/layout/hList2"/>
    <dgm:cxn modelId="{D805C653-CA8C-4AA6-9EE1-6A8214943282}" type="presOf" srcId="{C52C2F89-1FEF-45A9-B0DA-950787E3AB4E}" destId="{39B8C6DC-DEFB-450B-9F5A-CD22BA08A573}" srcOrd="0" destOrd="0" presId="urn:microsoft.com/office/officeart/2005/8/layout/hList2"/>
    <dgm:cxn modelId="{38DBE173-7284-4214-BA32-819F0A5B0234}" srcId="{C52C2F89-1FEF-45A9-B0DA-950787E3AB4E}" destId="{2FC2C273-ECC8-4216-B992-05CF5E1ACC9D}" srcOrd="1" destOrd="0" parTransId="{54F5171B-9471-45C2-8804-C225A6EDE523}" sibTransId="{D9FE52DE-5B5A-4211-8151-56D3B3F50449}"/>
    <dgm:cxn modelId="{F0921A88-33BB-49C2-87EA-4DAD9489C404}" type="presOf" srcId="{EE753743-0A7D-4C9D-ACAE-1AD77EC8F017}" destId="{104C1D23-F935-4E7F-9756-DD598B25D124}" srcOrd="0" destOrd="0" presId="urn:microsoft.com/office/officeart/2005/8/layout/hList2"/>
    <dgm:cxn modelId="{B8469889-C384-4204-BAA4-A10C54E14158}" srcId="{09D7D794-C20F-48AF-B201-5466F032E5B9}" destId="{F807CC3E-87FC-49CA-8AB1-37685C101372}" srcOrd="0" destOrd="0" parTransId="{87F0118E-9E95-44E7-AC23-ADB4FEFDCC1D}" sibTransId="{0CD2C69A-8A99-4C6F-A843-33DB395352F8}"/>
    <dgm:cxn modelId="{B251C693-91D3-4CD1-99A5-A11B51B30981}" type="presOf" srcId="{F6F4D83A-EB7F-4C95-A6D1-FB60C49020A2}" destId="{A4D1AC71-9906-41D1-836E-E75C610F1799}" srcOrd="0" destOrd="1" presId="urn:microsoft.com/office/officeart/2005/8/layout/hList2"/>
    <dgm:cxn modelId="{9BD5B09E-7E69-4920-8C99-42A7A4A3E255}" type="presOf" srcId="{E8B1C1B0-3259-49DF-8429-C2C631DD4A2D}" destId="{104C1D23-F935-4E7F-9756-DD598B25D124}" srcOrd="0" destOrd="2" presId="urn:microsoft.com/office/officeart/2005/8/layout/hList2"/>
    <dgm:cxn modelId="{F75E8CA6-340A-4D00-A0E6-18A112D6CC9A}" srcId="{862B28AC-46EF-4148-A546-DA676E1133EE}" destId="{F6F4D83A-EB7F-4C95-A6D1-FB60C49020A2}" srcOrd="1" destOrd="0" parTransId="{CF88C063-790C-4DC7-9E4A-8537F9B62982}" sibTransId="{E26F88F2-16BD-43B4-8362-7D58B9F2246C}"/>
    <dgm:cxn modelId="{9FF114AE-0A1A-4CB2-93AC-5A7901DAC749}" type="presOf" srcId="{8A5C4658-F137-453C-983D-C8CE6437052A}" destId="{666CE6EF-1B53-477B-8A37-9D4A84AD20E7}" srcOrd="0" destOrd="1" presId="urn:microsoft.com/office/officeart/2005/8/layout/hList2"/>
    <dgm:cxn modelId="{B1E3C6B6-4B0D-4D44-A333-4E3AE43122D2}" type="presOf" srcId="{09D7D794-C20F-48AF-B201-5466F032E5B9}" destId="{C1E295E6-6EAC-47D8-B92E-4392068649A3}" srcOrd="0" destOrd="0" presId="urn:microsoft.com/office/officeart/2005/8/layout/hList2"/>
    <dgm:cxn modelId="{AD3735BF-751F-4C3E-A32E-50A649C9DB68}" srcId="{F807CC3E-87FC-49CA-8AB1-37685C101372}" destId="{CA3EEE74-3C16-4AB1-9548-A8C3E5A3316F}" srcOrd="0" destOrd="0" parTransId="{3C74F493-A8C6-41FB-8755-BBA850FAAA89}" sibTransId="{66C8AC98-58C2-435F-BD75-BA709A92AA96}"/>
    <dgm:cxn modelId="{14B8A3C4-6ECF-43B4-AF3B-82000487CA56}" type="presOf" srcId="{2FC2C273-ECC8-4216-B992-05CF5E1ACC9D}" destId="{104C1D23-F935-4E7F-9756-DD598B25D124}" srcOrd="0" destOrd="1" presId="urn:microsoft.com/office/officeart/2005/8/layout/hList2"/>
    <dgm:cxn modelId="{F7C741C7-88E9-4386-83EC-5D4654221169}" type="presOf" srcId="{56CB5D9C-CD40-45E8-B46C-9F48AC07A43F}" destId="{A4D1AC71-9906-41D1-836E-E75C610F1799}" srcOrd="0" destOrd="0" presId="urn:microsoft.com/office/officeart/2005/8/layout/hList2"/>
    <dgm:cxn modelId="{662D90CD-A2E6-4B5D-9423-4BBD703D8ADD}" srcId="{C52C2F89-1FEF-45A9-B0DA-950787E3AB4E}" destId="{E8B1C1B0-3259-49DF-8429-C2C631DD4A2D}" srcOrd="2" destOrd="0" parTransId="{3FDAA949-6AD3-4192-99BD-F721A8F50965}" sibTransId="{4E509B4C-DD6A-4706-9A8B-61821711F69B}"/>
    <dgm:cxn modelId="{2672B2E8-2D79-4AC8-A052-423655E25775}" srcId="{09D7D794-C20F-48AF-B201-5466F032E5B9}" destId="{862B28AC-46EF-4148-A546-DA676E1133EE}" srcOrd="1" destOrd="0" parTransId="{9BD40D85-3A16-4627-B715-77C1B27148E5}" sibTransId="{56915F50-CF27-4D65-8B2F-1E9FD8BF0415}"/>
    <dgm:cxn modelId="{E24EF2F1-3524-4492-9AAB-0F9AEEF8ECD7}" srcId="{862B28AC-46EF-4148-A546-DA676E1133EE}" destId="{56CB5D9C-CD40-45E8-B46C-9F48AC07A43F}" srcOrd="0" destOrd="0" parTransId="{81CBF8ED-923A-4830-B4BF-5762B9FEF8C6}" sibTransId="{8E82DE38-3534-418A-B6FC-7CE61C122642}"/>
    <dgm:cxn modelId="{988F61F4-F44E-4DD8-8243-C474DB0AEEF7}" srcId="{C52C2F89-1FEF-45A9-B0DA-950787E3AB4E}" destId="{EE753743-0A7D-4C9D-ACAE-1AD77EC8F017}" srcOrd="0" destOrd="0" parTransId="{3EFE172A-7A48-4F63-BAEE-D696A398089D}" sibTransId="{A3DE09B8-6364-41E2-9466-587E1D06CF7C}"/>
    <dgm:cxn modelId="{CB277CF7-7D7B-41A9-AA13-DAB0172ABAD2}" type="presOf" srcId="{F807CC3E-87FC-49CA-8AB1-37685C101372}" destId="{5A8D65F2-0F00-436C-B009-5F811DDA131D}" srcOrd="0" destOrd="0" presId="urn:microsoft.com/office/officeart/2005/8/layout/hList2"/>
    <dgm:cxn modelId="{749063FD-846A-4B76-93C6-0EF2183D2BB5}" type="presOf" srcId="{B3ACF055-FAB6-4295-9D4C-28DB6FC3BD1B}" destId="{A4D1AC71-9906-41D1-836E-E75C610F1799}" srcOrd="0" destOrd="3" presId="urn:microsoft.com/office/officeart/2005/8/layout/hList2"/>
    <dgm:cxn modelId="{4452A09A-D2E6-409F-A203-90D83D506D91}" type="presParOf" srcId="{C1E295E6-6EAC-47D8-B92E-4392068649A3}" destId="{A5178970-5D0B-4408-AD3D-58FE2E57A99D}" srcOrd="0" destOrd="0" presId="urn:microsoft.com/office/officeart/2005/8/layout/hList2"/>
    <dgm:cxn modelId="{9FFC663D-9B38-4016-AEA1-C796A5E7122A}" type="presParOf" srcId="{A5178970-5D0B-4408-AD3D-58FE2E57A99D}" destId="{BD13F5DA-7A9B-4A0C-ADD1-1F6260B7B062}" srcOrd="0" destOrd="0" presId="urn:microsoft.com/office/officeart/2005/8/layout/hList2"/>
    <dgm:cxn modelId="{3B8E6BAF-1BF7-4465-9CE2-25B39E65643F}" type="presParOf" srcId="{A5178970-5D0B-4408-AD3D-58FE2E57A99D}" destId="{666CE6EF-1B53-477B-8A37-9D4A84AD20E7}" srcOrd="1" destOrd="0" presId="urn:microsoft.com/office/officeart/2005/8/layout/hList2"/>
    <dgm:cxn modelId="{D5FE891E-340B-4B18-B16C-9B19CA46322C}" type="presParOf" srcId="{A5178970-5D0B-4408-AD3D-58FE2E57A99D}" destId="{5A8D65F2-0F00-436C-B009-5F811DDA131D}" srcOrd="2" destOrd="0" presId="urn:microsoft.com/office/officeart/2005/8/layout/hList2"/>
    <dgm:cxn modelId="{8BB74904-7689-4572-93E0-7FC38615CEAF}" type="presParOf" srcId="{C1E295E6-6EAC-47D8-B92E-4392068649A3}" destId="{3FF047B4-9EAE-4B17-8DA2-9D411EC23D68}" srcOrd="1" destOrd="0" presId="urn:microsoft.com/office/officeart/2005/8/layout/hList2"/>
    <dgm:cxn modelId="{ACF578F2-D50F-45CA-A9D1-8A8701EBF34B}" type="presParOf" srcId="{C1E295E6-6EAC-47D8-B92E-4392068649A3}" destId="{B949487E-3848-419B-9B92-CFE1D265A226}" srcOrd="2" destOrd="0" presId="urn:microsoft.com/office/officeart/2005/8/layout/hList2"/>
    <dgm:cxn modelId="{8160352B-39A9-41C4-94F3-7E7F063BE62F}" type="presParOf" srcId="{B949487E-3848-419B-9B92-CFE1D265A226}" destId="{846B5C53-1C6C-4450-8991-2436BFC2CAF6}" srcOrd="0" destOrd="0" presId="urn:microsoft.com/office/officeart/2005/8/layout/hList2"/>
    <dgm:cxn modelId="{B20DD9C9-4AAD-483B-8FC4-1460968BB50B}" type="presParOf" srcId="{B949487E-3848-419B-9B92-CFE1D265A226}" destId="{A4D1AC71-9906-41D1-836E-E75C610F1799}" srcOrd="1" destOrd="0" presId="urn:microsoft.com/office/officeart/2005/8/layout/hList2"/>
    <dgm:cxn modelId="{71862B73-4D52-4239-9F5D-83A936BF1834}" type="presParOf" srcId="{B949487E-3848-419B-9B92-CFE1D265A226}" destId="{1B8169ED-BAF8-42EC-8135-A88540306974}" srcOrd="2" destOrd="0" presId="urn:microsoft.com/office/officeart/2005/8/layout/hList2"/>
    <dgm:cxn modelId="{4C9BCCB8-A2B0-412E-A390-7343B717A5B1}" type="presParOf" srcId="{C1E295E6-6EAC-47D8-B92E-4392068649A3}" destId="{D75CE300-C9EA-40A3-8358-C4E0151549F6}" srcOrd="3" destOrd="0" presId="urn:microsoft.com/office/officeart/2005/8/layout/hList2"/>
    <dgm:cxn modelId="{4D1652EC-C31C-4127-BDCC-2F0A00788750}" type="presParOf" srcId="{C1E295E6-6EAC-47D8-B92E-4392068649A3}" destId="{CF86EFD2-CF88-420D-AB89-98CED2D3BA3E}" srcOrd="4" destOrd="0" presId="urn:microsoft.com/office/officeart/2005/8/layout/hList2"/>
    <dgm:cxn modelId="{527F61D2-0638-450B-82F8-337732A0923B}" type="presParOf" srcId="{CF86EFD2-CF88-420D-AB89-98CED2D3BA3E}" destId="{4F903D25-0CA7-415C-8821-47135468BC6D}" srcOrd="0" destOrd="0" presId="urn:microsoft.com/office/officeart/2005/8/layout/hList2"/>
    <dgm:cxn modelId="{91A17E42-CA77-4AD2-9BFC-C447961E2C36}" type="presParOf" srcId="{CF86EFD2-CF88-420D-AB89-98CED2D3BA3E}" destId="{104C1D23-F935-4E7F-9756-DD598B25D124}" srcOrd="1" destOrd="0" presId="urn:microsoft.com/office/officeart/2005/8/layout/hList2"/>
    <dgm:cxn modelId="{FFCA562E-09B2-44BE-A8AF-2296E564F9D4}" type="presParOf" srcId="{CF86EFD2-CF88-420D-AB89-98CED2D3BA3E}" destId="{39B8C6DC-DEFB-450B-9F5A-CD22BA08A573}" srcOrd="2" destOrd="0" presId="urn:microsoft.com/office/officeart/2005/8/layout/h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2B34E11-68D0-4F40-BC28-3977F3B2CA32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E26F228-2230-4FC4-991B-FE4253B23498}">
      <dgm:prSet phldrT="[Text]" custT="1"/>
      <dgm:spPr/>
      <dgm:t>
        <a:bodyPr/>
        <a:lstStyle/>
        <a:p>
          <a:r>
            <a:rPr lang="en-IN" sz="1800" b="1" dirty="0"/>
            <a:t>Introduction to Data Analysis</a:t>
          </a:r>
        </a:p>
        <a:p>
          <a:r>
            <a:rPr lang="en-IN" sz="1800" dirty="0"/>
            <a:t>Pandas Library</a:t>
          </a:r>
        </a:p>
        <a:p>
          <a:r>
            <a:rPr lang="en-IN" sz="1800" dirty="0"/>
            <a:t>Data Frames &amp; Data manipulation</a:t>
          </a:r>
        </a:p>
        <a:p>
          <a:r>
            <a:rPr lang="en-IN" sz="1800" dirty="0"/>
            <a:t>Data Cleaning &amp; Preprocessing</a:t>
          </a:r>
        </a:p>
      </dgm:t>
    </dgm:pt>
    <dgm:pt modelId="{7D982761-CD62-4949-AD2C-AA7D31657D67}" type="parTrans" cxnId="{5604FA40-4137-4E43-8DF9-1E0BD960759B}">
      <dgm:prSet/>
      <dgm:spPr/>
      <dgm:t>
        <a:bodyPr/>
        <a:lstStyle/>
        <a:p>
          <a:endParaRPr lang="en-IN"/>
        </a:p>
      </dgm:t>
    </dgm:pt>
    <dgm:pt modelId="{3C284425-78C0-48AC-8434-72880C9F41D8}" type="sibTrans" cxnId="{5604FA40-4137-4E43-8DF9-1E0BD960759B}">
      <dgm:prSet/>
      <dgm:spPr/>
      <dgm:t>
        <a:bodyPr/>
        <a:lstStyle/>
        <a:p>
          <a:endParaRPr lang="en-IN"/>
        </a:p>
      </dgm:t>
    </dgm:pt>
    <dgm:pt modelId="{A29DAF27-16F2-458C-806A-56E9CD70E166}">
      <dgm:prSet phldrT="[Text]" custT="1"/>
      <dgm:spPr/>
      <dgm:t>
        <a:bodyPr/>
        <a:lstStyle/>
        <a:p>
          <a:r>
            <a:rPr lang="en-IN" sz="1800" b="1" dirty="0"/>
            <a:t>Data Visualization</a:t>
          </a:r>
        </a:p>
        <a:p>
          <a:r>
            <a:rPr lang="en-IN" sz="1800" dirty="0"/>
            <a:t>Matplotlib for basic plotting</a:t>
          </a:r>
        </a:p>
        <a:p>
          <a:r>
            <a:rPr lang="en-IN" sz="1800" dirty="0"/>
            <a:t>Seaborn for enhanced visualizations</a:t>
          </a:r>
        </a:p>
      </dgm:t>
    </dgm:pt>
    <dgm:pt modelId="{295ECA43-7F46-46B2-89CD-C3341D354024}" type="parTrans" cxnId="{A7FA0A92-B98B-42F7-8D9E-929758AC947A}">
      <dgm:prSet/>
      <dgm:spPr/>
      <dgm:t>
        <a:bodyPr/>
        <a:lstStyle/>
        <a:p>
          <a:endParaRPr lang="en-IN"/>
        </a:p>
      </dgm:t>
    </dgm:pt>
    <dgm:pt modelId="{8B1C5CD1-8AEF-4032-A6AB-59FC368453DB}" type="sibTrans" cxnId="{A7FA0A92-B98B-42F7-8D9E-929758AC947A}">
      <dgm:prSet/>
      <dgm:spPr/>
      <dgm:t>
        <a:bodyPr/>
        <a:lstStyle/>
        <a:p>
          <a:endParaRPr lang="en-IN"/>
        </a:p>
      </dgm:t>
    </dgm:pt>
    <dgm:pt modelId="{D59ACCDA-60C4-4AC8-8704-EA91A0D414B7}">
      <dgm:prSet phldrT="[Text]" custT="1"/>
      <dgm:spPr/>
      <dgm:t>
        <a:bodyPr/>
        <a:lstStyle/>
        <a:p>
          <a:r>
            <a:rPr lang="en-IN" sz="1800" b="1" dirty="0"/>
            <a:t>Introduction to Machine Learning</a:t>
          </a:r>
        </a:p>
        <a:p>
          <a:r>
            <a:rPr lang="en-IN" sz="1800" dirty="0"/>
            <a:t>ML concepts &amp; terminology</a:t>
          </a:r>
        </a:p>
        <a:p>
          <a:r>
            <a:rPr lang="en-IN" sz="1800" dirty="0"/>
            <a:t>Supervised vs. unsupervised learning</a:t>
          </a:r>
        </a:p>
        <a:p>
          <a:r>
            <a:rPr lang="en-IN" sz="1800" dirty="0" err="1"/>
            <a:t>Sckit</a:t>
          </a:r>
          <a:r>
            <a:rPr lang="en-IN" sz="1800" dirty="0"/>
            <a:t>-Learn Library</a:t>
          </a:r>
        </a:p>
      </dgm:t>
    </dgm:pt>
    <dgm:pt modelId="{A6355291-5A44-4F7A-A040-E58A9DC1C0DD}" type="parTrans" cxnId="{82F01F0A-C830-4E55-89D2-79384F21D868}">
      <dgm:prSet/>
      <dgm:spPr/>
      <dgm:t>
        <a:bodyPr/>
        <a:lstStyle/>
        <a:p>
          <a:endParaRPr lang="en-IN"/>
        </a:p>
      </dgm:t>
    </dgm:pt>
    <dgm:pt modelId="{F3CB4E68-02DB-460F-9D83-92D29F6EB5EB}" type="sibTrans" cxnId="{82F01F0A-C830-4E55-89D2-79384F21D868}">
      <dgm:prSet/>
      <dgm:spPr/>
      <dgm:t>
        <a:bodyPr/>
        <a:lstStyle/>
        <a:p>
          <a:endParaRPr lang="en-IN"/>
        </a:p>
      </dgm:t>
    </dgm:pt>
    <dgm:pt modelId="{B700471D-880F-4B71-A0AF-A9C67F3EEB2B}" type="pres">
      <dgm:prSet presAssocID="{B2B34E11-68D0-4F40-BC28-3977F3B2CA32}" presName="linear" presStyleCnt="0">
        <dgm:presLayoutVars>
          <dgm:dir/>
          <dgm:animLvl val="lvl"/>
          <dgm:resizeHandles val="exact"/>
        </dgm:presLayoutVars>
      </dgm:prSet>
      <dgm:spPr/>
    </dgm:pt>
    <dgm:pt modelId="{7B77FEA5-9A3D-4BCE-AC69-D8C003BCCF04}" type="pres">
      <dgm:prSet presAssocID="{AE26F228-2230-4FC4-991B-FE4253B23498}" presName="parentLin" presStyleCnt="0"/>
      <dgm:spPr/>
    </dgm:pt>
    <dgm:pt modelId="{E9DDBCB4-5EF8-4A88-8E80-01E177DF78C3}" type="pres">
      <dgm:prSet presAssocID="{AE26F228-2230-4FC4-991B-FE4253B23498}" presName="parentLeftMargin" presStyleLbl="node1" presStyleIdx="0" presStyleCnt="3"/>
      <dgm:spPr/>
    </dgm:pt>
    <dgm:pt modelId="{8941F576-1233-4543-A0E2-5382E0651389}" type="pres">
      <dgm:prSet presAssocID="{AE26F228-2230-4FC4-991B-FE4253B23498}" presName="parentText" presStyleLbl="node1" presStyleIdx="0" presStyleCnt="3" custScaleY="115513" custLinFactNeighborX="-19967" custLinFactNeighborY="-793">
        <dgm:presLayoutVars>
          <dgm:chMax val="0"/>
          <dgm:bulletEnabled val="1"/>
        </dgm:presLayoutVars>
      </dgm:prSet>
      <dgm:spPr/>
    </dgm:pt>
    <dgm:pt modelId="{B8F00939-ECD9-4A31-8694-A327AF9A1E30}" type="pres">
      <dgm:prSet presAssocID="{AE26F228-2230-4FC4-991B-FE4253B23498}" presName="negativeSpace" presStyleCnt="0"/>
      <dgm:spPr/>
    </dgm:pt>
    <dgm:pt modelId="{DBBF6BEC-B584-40F8-949F-3959DB89E5F3}" type="pres">
      <dgm:prSet presAssocID="{AE26F228-2230-4FC4-991B-FE4253B23498}" presName="childText" presStyleLbl="conFgAcc1" presStyleIdx="0" presStyleCnt="3">
        <dgm:presLayoutVars>
          <dgm:bulletEnabled val="1"/>
        </dgm:presLayoutVars>
      </dgm:prSet>
      <dgm:spPr/>
    </dgm:pt>
    <dgm:pt modelId="{FCCCC5BC-F9C5-4346-AC01-6693DE1C5FED}" type="pres">
      <dgm:prSet presAssocID="{3C284425-78C0-48AC-8434-72880C9F41D8}" presName="spaceBetweenRectangles" presStyleCnt="0"/>
      <dgm:spPr/>
    </dgm:pt>
    <dgm:pt modelId="{31F4CD45-3100-403A-9F5A-75DA3FE6A957}" type="pres">
      <dgm:prSet presAssocID="{A29DAF27-16F2-458C-806A-56E9CD70E166}" presName="parentLin" presStyleCnt="0"/>
      <dgm:spPr/>
    </dgm:pt>
    <dgm:pt modelId="{F7CBF3DD-7AF8-4912-83C9-B67AF83CB2D9}" type="pres">
      <dgm:prSet presAssocID="{A29DAF27-16F2-458C-806A-56E9CD70E166}" presName="parentLeftMargin" presStyleLbl="node1" presStyleIdx="0" presStyleCnt="3"/>
      <dgm:spPr/>
    </dgm:pt>
    <dgm:pt modelId="{ED1D1F32-96C0-427B-BFC7-17DA04E8D175}" type="pres">
      <dgm:prSet presAssocID="{A29DAF27-16F2-458C-806A-56E9CD70E166}" presName="parentText" presStyleLbl="node1" presStyleIdx="1" presStyleCnt="3" custScaleX="105990">
        <dgm:presLayoutVars>
          <dgm:chMax val="0"/>
          <dgm:bulletEnabled val="1"/>
        </dgm:presLayoutVars>
      </dgm:prSet>
      <dgm:spPr/>
    </dgm:pt>
    <dgm:pt modelId="{682E1AEE-52F0-443E-8FD8-6A747CBB6DE2}" type="pres">
      <dgm:prSet presAssocID="{A29DAF27-16F2-458C-806A-56E9CD70E166}" presName="negativeSpace" presStyleCnt="0"/>
      <dgm:spPr/>
    </dgm:pt>
    <dgm:pt modelId="{20EAF51B-6077-414B-AC00-F5083A81E11C}" type="pres">
      <dgm:prSet presAssocID="{A29DAF27-16F2-458C-806A-56E9CD70E166}" presName="childText" presStyleLbl="conFgAcc1" presStyleIdx="1" presStyleCnt="3">
        <dgm:presLayoutVars>
          <dgm:bulletEnabled val="1"/>
        </dgm:presLayoutVars>
      </dgm:prSet>
      <dgm:spPr/>
    </dgm:pt>
    <dgm:pt modelId="{BAF3390F-8050-4E7C-8E7A-4B6DFA82B036}" type="pres">
      <dgm:prSet presAssocID="{8B1C5CD1-8AEF-4032-A6AB-59FC368453DB}" presName="spaceBetweenRectangles" presStyleCnt="0"/>
      <dgm:spPr/>
    </dgm:pt>
    <dgm:pt modelId="{7970FB67-E47A-4F9B-8E13-99A30F4EFCC0}" type="pres">
      <dgm:prSet presAssocID="{D59ACCDA-60C4-4AC8-8704-EA91A0D414B7}" presName="parentLin" presStyleCnt="0"/>
      <dgm:spPr/>
    </dgm:pt>
    <dgm:pt modelId="{F1D0263D-DA0D-4C7F-9176-751024E7462A}" type="pres">
      <dgm:prSet presAssocID="{D59ACCDA-60C4-4AC8-8704-EA91A0D414B7}" presName="parentLeftMargin" presStyleLbl="node1" presStyleIdx="1" presStyleCnt="3"/>
      <dgm:spPr/>
    </dgm:pt>
    <dgm:pt modelId="{89D9B361-FC96-4C57-9A5F-D60DF031F3E1}" type="pres">
      <dgm:prSet presAssocID="{D59ACCDA-60C4-4AC8-8704-EA91A0D414B7}" presName="parentText" presStyleLbl="node1" presStyleIdx="2" presStyleCnt="3" custScaleY="115944">
        <dgm:presLayoutVars>
          <dgm:chMax val="0"/>
          <dgm:bulletEnabled val="1"/>
        </dgm:presLayoutVars>
      </dgm:prSet>
      <dgm:spPr/>
    </dgm:pt>
    <dgm:pt modelId="{EC82B01E-A088-4DAA-AAD6-83E36DCCAFE2}" type="pres">
      <dgm:prSet presAssocID="{D59ACCDA-60C4-4AC8-8704-EA91A0D414B7}" presName="negativeSpace" presStyleCnt="0"/>
      <dgm:spPr/>
    </dgm:pt>
    <dgm:pt modelId="{44A6BDFF-54CC-4120-90B7-96299D08EAAE}" type="pres">
      <dgm:prSet presAssocID="{D59ACCDA-60C4-4AC8-8704-EA91A0D414B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82F01F0A-C830-4E55-89D2-79384F21D868}" srcId="{B2B34E11-68D0-4F40-BC28-3977F3B2CA32}" destId="{D59ACCDA-60C4-4AC8-8704-EA91A0D414B7}" srcOrd="2" destOrd="0" parTransId="{A6355291-5A44-4F7A-A040-E58A9DC1C0DD}" sibTransId="{F3CB4E68-02DB-460F-9D83-92D29F6EB5EB}"/>
    <dgm:cxn modelId="{6126820F-2965-4825-9EC5-BFF85A8F0657}" type="presOf" srcId="{A29DAF27-16F2-458C-806A-56E9CD70E166}" destId="{ED1D1F32-96C0-427B-BFC7-17DA04E8D175}" srcOrd="1" destOrd="0" presId="urn:microsoft.com/office/officeart/2005/8/layout/list1"/>
    <dgm:cxn modelId="{C4BF6125-51E7-4483-A81A-3494BF483860}" type="presOf" srcId="{AE26F228-2230-4FC4-991B-FE4253B23498}" destId="{8941F576-1233-4543-A0E2-5382E0651389}" srcOrd="1" destOrd="0" presId="urn:microsoft.com/office/officeart/2005/8/layout/list1"/>
    <dgm:cxn modelId="{5604FA40-4137-4E43-8DF9-1E0BD960759B}" srcId="{B2B34E11-68D0-4F40-BC28-3977F3B2CA32}" destId="{AE26F228-2230-4FC4-991B-FE4253B23498}" srcOrd="0" destOrd="0" parTransId="{7D982761-CD62-4949-AD2C-AA7D31657D67}" sibTransId="{3C284425-78C0-48AC-8434-72880C9F41D8}"/>
    <dgm:cxn modelId="{A45A7245-4714-438A-BEE7-9FAEEFAB3345}" type="presOf" srcId="{B2B34E11-68D0-4F40-BC28-3977F3B2CA32}" destId="{B700471D-880F-4B71-A0AF-A9C67F3EEB2B}" srcOrd="0" destOrd="0" presId="urn:microsoft.com/office/officeart/2005/8/layout/list1"/>
    <dgm:cxn modelId="{0584D359-9DDE-4BC7-8353-DA4B13BC56D4}" type="presOf" srcId="{A29DAF27-16F2-458C-806A-56E9CD70E166}" destId="{F7CBF3DD-7AF8-4912-83C9-B67AF83CB2D9}" srcOrd="0" destOrd="0" presId="urn:microsoft.com/office/officeart/2005/8/layout/list1"/>
    <dgm:cxn modelId="{A7FA0A92-B98B-42F7-8D9E-929758AC947A}" srcId="{B2B34E11-68D0-4F40-BC28-3977F3B2CA32}" destId="{A29DAF27-16F2-458C-806A-56E9CD70E166}" srcOrd="1" destOrd="0" parTransId="{295ECA43-7F46-46B2-89CD-C3341D354024}" sibTransId="{8B1C5CD1-8AEF-4032-A6AB-59FC368453DB}"/>
    <dgm:cxn modelId="{2486ACAE-CDD2-4709-AAB8-6795D7381C1E}" type="presOf" srcId="{AE26F228-2230-4FC4-991B-FE4253B23498}" destId="{E9DDBCB4-5EF8-4A88-8E80-01E177DF78C3}" srcOrd="0" destOrd="0" presId="urn:microsoft.com/office/officeart/2005/8/layout/list1"/>
    <dgm:cxn modelId="{BE17CCB9-379B-4CB3-9205-CC2146750D21}" type="presOf" srcId="{D59ACCDA-60C4-4AC8-8704-EA91A0D414B7}" destId="{F1D0263D-DA0D-4C7F-9176-751024E7462A}" srcOrd="0" destOrd="0" presId="urn:microsoft.com/office/officeart/2005/8/layout/list1"/>
    <dgm:cxn modelId="{D76FE4C4-5363-4E92-9F98-EC8DDCEC72F5}" type="presOf" srcId="{D59ACCDA-60C4-4AC8-8704-EA91A0D414B7}" destId="{89D9B361-FC96-4C57-9A5F-D60DF031F3E1}" srcOrd="1" destOrd="0" presId="urn:microsoft.com/office/officeart/2005/8/layout/list1"/>
    <dgm:cxn modelId="{4D91C784-0318-4EBF-9088-358D1D2D8D14}" type="presParOf" srcId="{B700471D-880F-4B71-A0AF-A9C67F3EEB2B}" destId="{7B77FEA5-9A3D-4BCE-AC69-D8C003BCCF04}" srcOrd="0" destOrd="0" presId="urn:microsoft.com/office/officeart/2005/8/layout/list1"/>
    <dgm:cxn modelId="{21DBF275-9F85-40E0-AF2C-2F8E8DC09EB3}" type="presParOf" srcId="{7B77FEA5-9A3D-4BCE-AC69-D8C003BCCF04}" destId="{E9DDBCB4-5EF8-4A88-8E80-01E177DF78C3}" srcOrd="0" destOrd="0" presId="urn:microsoft.com/office/officeart/2005/8/layout/list1"/>
    <dgm:cxn modelId="{D8E4BF43-F56E-4CF2-8747-36B8380D7533}" type="presParOf" srcId="{7B77FEA5-9A3D-4BCE-AC69-D8C003BCCF04}" destId="{8941F576-1233-4543-A0E2-5382E0651389}" srcOrd="1" destOrd="0" presId="urn:microsoft.com/office/officeart/2005/8/layout/list1"/>
    <dgm:cxn modelId="{0A7D54D2-DF3E-412B-B3AD-9F6700949F21}" type="presParOf" srcId="{B700471D-880F-4B71-A0AF-A9C67F3EEB2B}" destId="{B8F00939-ECD9-4A31-8694-A327AF9A1E30}" srcOrd="1" destOrd="0" presId="urn:microsoft.com/office/officeart/2005/8/layout/list1"/>
    <dgm:cxn modelId="{2E11CCA7-A739-40FD-BDC6-8E6BB885BFAB}" type="presParOf" srcId="{B700471D-880F-4B71-A0AF-A9C67F3EEB2B}" destId="{DBBF6BEC-B584-40F8-949F-3959DB89E5F3}" srcOrd="2" destOrd="0" presId="urn:microsoft.com/office/officeart/2005/8/layout/list1"/>
    <dgm:cxn modelId="{9EF2C263-55E3-415D-BC92-64278E96BF1F}" type="presParOf" srcId="{B700471D-880F-4B71-A0AF-A9C67F3EEB2B}" destId="{FCCCC5BC-F9C5-4346-AC01-6693DE1C5FED}" srcOrd="3" destOrd="0" presId="urn:microsoft.com/office/officeart/2005/8/layout/list1"/>
    <dgm:cxn modelId="{84B71ABD-01A7-4010-8F7E-DABD71495F00}" type="presParOf" srcId="{B700471D-880F-4B71-A0AF-A9C67F3EEB2B}" destId="{31F4CD45-3100-403A-9F5A-75DA3FE6A957}" srcOrd="4" destOrd="0" presId="urn:microsoft.com/office/officeart/2005/8/layout/list1"/>
    <dgm:cxn modelId="{35E30CE0-5CE3-4240-B3CB-02A0EA978ECC}" type="presParOf" srcId="{31F4CD45-3100-403A-9F5A-75DA3FE6A957}" destId="{F7CBF3DD-7AF8-4912-83C9-B67AF83CB2D9}" srcOrd="0" destOrd="0" presId="urn:microsoft.com/office/officeart/2005/8/layout/list1"/>
    <dgm:cxn modelId="{7C6726C8-FBB7-483D-ACA0-20E3055E61FA}" type="presParOf" srcId="{31F4CD45-3100-403A-9F5A-75DA3FE6A957}" destId="{ED1D1F32-96C0-427B-BFC7-17DA04E8D175}" srcOrd="1" destOrd="0" presId="urn:microsoft.com/office/officeart/2005/8/layout/list1"/>
    <dgm:cxn modelId="{44D8A4DF-19A2-4A3D-8B26-89BB3BBCB41A}" type="presParOf" srcId="{B700471D-880F-4B71-A0AF-A9C67F3EEB2B}" destId="{682E1AEE-52F0-443E-8FD8-6A747CBB6DE2}" srcOrd="5" destOrd="0" presId="urn:microsoft.com/office/officeart/2005/8/layout/list1"/>
    <dgm:cxn modelId="{4ADEEFDB-181E-4930-B6B1-13C4459141E7}" type="presParOf" srcId="{B700471D-880F-4B71-A0AF-A9C67F3EEB2B}" destId="{20EAF51B-6077-414B-AC00-F5083A81E11C}" srcOrd="6" destOrd="0" presId="urn:microsoft.com/office/officeart/2005/8/layout/list1"/>
    <dgm:cxn modelId="{004060B9-94CB-48BA-BC63-6E4C146D4CDC}" type="presParOf" srcId="{B700471D-880F-4B71-A0AF-A9C67F3EEB2B}" destId="{BAF3390F-8050-4E7C-8E7A-4B6DFA82B036}" srcOrd="7" destOrd="0" presId="urn:microsoft.com/office/officeart/2005/8/layout/list1"/>
    <dgm:cxn modelId="{67D8D67F-A933-4CA6-85C2-84D95497F785}" type="presParOf" srcId="{B700471D-880F-4B71-A0AF-A9C67F3EEB2B}" destId="{7970FB67-E47A-4F9B-8E13-99A30F4EFCC0}" srcOrd="8" destOrd="0" presId="urn:microsoft.com/office/officeart/2005/8/layout/list1"/>
    <dgm:cxn modelId="{98627EB9-8461-440A-915D-2CD5B96587C7}" type="presParOf" srcId="{7970FB67-E47A-4F9B-8E13-99A30F4EFCC0}" destId="{F1D0263D-DA0D-4C7F-9176-751024E7462A}" srcOrd="0" destOrd="0" presId="urn:microsoft.com/office/officeart/2005/8/layout/list1"/>
    <dgm:cxn modelId="{37B516AF-6797-4893-A4A7-10219A93D9E7}" type="presParOf" srcId="{7970FB67-E47A-4F9B-8E13-99A30F4EFCC0}" destId="{89D9B361-FC96-4C57-9A5F-D60DF031F3E1}" srcOrd="1" destOrd="0" presId="urn:microsoft.com/office/officeart/2005/8/layout/list1"/>
    <dgm:cxn modelId="{A018C4A8-7187-4C1B-BDBA-F901F046D120}" type="presParOf" srcId="{B700471D-880F-4B71-A0AF-A9C67F3EEB2B}" destId="{EC82B01E-A088-4DAA-AAD6-83E36DCCAFE2}" srcOrd="9" destOrd="0" presId="urn:microsoft.com/office/officeart/2005/8/layout/list1"/>
    <dgm:cxn modelId="{DF4D3E8A-1DFC-4CCA-B8F1-80BF7A63394F}" type="presParOf" srcId="{B700471D-880F-4B71-A0AF-A9C67F3EEB2B}" destId="{44A6BDFF-54CC-4120-90B7-96299D08EAAE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C175953-46F1-4FB4-8E8A-EA289FA29AA6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474997D8-D18B-4377-9F63-BEE1DF030CB4}">
      <dgm:prSet phldrT="[Text]"/>
      <dgm:spPr/>
      <dgm:t>
        <a:bodyPr/>
        <a:lstStyle/>
        <a:p>
          <a:r>
            <a:rPr lang="en-IN" dirty="0"/>
            <a:t>ML Training &amp; Evaluation</a:t>
          </a:r>
        </a:p>
      </dgm:t>
    </dgm:pt>
    <dgm:pt modelId="{5D02949E-CD17-45C9-BF7B-B5436AF3D84E}" type="parTrans" cxnId="{930700BF-B023-4716-A9D9-1FC10F825A18}">
      <dgm:prSet/>
      <dgm:spPr/>
      <dgm:t>
        <a:bodyPr/>
        <a:lstStyle/>
        <a:p>
          <a:endParaRPr lang="en-IN"/>
        </a:p>
      </dgm:t>
    </dgm:pt>
    <dgm:pt modelId="{D50831EB-1DD8-4DB3-BE02-B085FA477603}" type="sibTrans" cxnId="{930700BF-B023-4716-A9D9-1FC10F825A18}">
      <dgm:prSet/>
      <dgm:spPr/>
      <dgm:t>
        <a:bodyPr/>
        <a:lstStyle/>
        <a:p>
          <a:endParaRPr lang="en-IN"/>
        </a:p>
      </dgm:t>
    </dgm:pt>
    <dgm:pt modelId="{B9F1CC37-F75E-4FD6-AB76-25591CA23D2E}">
      <dgm:prSet phldrT="[Text]"/>
      <dgm:spPr/>
      <dgm:t>
        <a:bodyPr/>
        <a:lstStyle/>
        <a:p>
          <a:r>
            <a:rPr lang="en-IN" dirty="0"/>
            <a:t>Data splitting (train/test)</a:t>
          </a:r>
        </a:p>
      </dgm:t>
    </dgm:pt>
    <dgm:pt modelId="{BE0A8746-0FA7-45E1-9355-5B64391EBA87}" type="parTrans" cxnId="{D0866C13-DC7E-46A9-87B1-6AE1B2716B51}">
      <dgm:prSet/>
      <dgm:spPr/>
      <dgm:t>
        <a:bodyPr/>
        <a:lstStyle/>
        <a:p>
          <a:endParaRPr lang="en-IN"/>
        </a:p>
      </dgm:t>
    </dgm:pt>
    <dgm:pt modelId="{20721790-C925-4428-83AB-2BD4EE9AEBA1}" type="sibTrans" cxnId="{D0866C13-DC7E-46A9-87B1-6AE1B2716B51}">
      <dgm:prSet/>
      <dgm:spPr/>
      <dgm:t>
        <a:bodyPr/>
        <a:lstStyle/>
        <a:p>
          <a:endParaRPr lang="en-IN"/>
        </a:p>
      </dgm:t>
    </dgm:pt>
    <dgm:pt modelId="{B95AED9A-83E3-4AE3-81A6-1416EF6C67D5}">
      <dgm:prSet phldrT="[Text]"/>
      <dgm:spPr/>
      <dgm:t>
        <a:bodyPr/>
        <a:lstStyle/>
        <a:p>
          <a:r>
            <a:rPr lang="en-IN" dirty="0"/>
            <a:t>Model training &amp; prediction</a:t>
          </a:r>
        </a:p>
      </dgm:t>
    </dgm:pt>
    <dgm:pt modelId="{97A84351-A383-48F6-AA0A-F5D053E3D52B}" type="parTrans" cxnId="{0FA6F7C4-642D-41F8-9580-F5EAF4F10533}">
      <dgm:prSet/>
      <dgm:spPr/>
      <dgm:t>
        <a:bodyPr/>
        <a:lstStyle/>
        <a:p>
          <a:endParaRPr lang="en-IN"/>
        </a:p>
      </dgm:t>
    </dgm:pt>
    <dgm:pt modelId="{0B89A94E-1421-4DA5-A12B-F4927E4FB643}" type="sibTrans" cxnId="{0FA6F7C4-642D-41F8-9580-F5EAF4F10533}">
      <dgm:prSet/>
      <dgm:spPr/>
      <dgm:t>
        <a:bodyPr/>
        <a:lstStyle/>
        <a:p>
          <a:endParaRPr lang="en-IN"/>
        </a:p>
      </dgm:t>
    </dgm:pt>
    <dgm:pt modelId="{C6B2ECA2-A863-45EA-AB8D-338DE698F10C}">
      <dgm:prSet phldrT="[Text]"/>
      <dgm:spPr/>
      <dgm:t>
        <a:bodyPr/>
        <a:lstStyle/>
        <a:p>
          <a:r>
            <a:rPr lang="en-IN" dirty="0"/>
            <a:t>DB Skills</a:t>
          </a:r>
        </a:p>
      </dgm:t>
    </dgm:pt>
    <dgm:pt modelId="{88C94D20-6F86-43BA-BBA0-161973ADB2D2}" type="parTrans" cxnId="{1F82E448-969C-4B91-8ECB-090B199EAD0C}">
      <dgm:prSet/>
      <dgm:spPr/>
      <dgm:t>
        <a:bodyPr/>
        <a:lstStyle/>
        <a:p>
          <a:endParaRPr lang="en-IN"/>
        </a:p>
      </dgm:t>
    </dgm:pt>
    <dgm:pt modelId="{D15931D8-B246-4ADB-8129-0C696A4DBC98}" type="sibTrans" cxnId="{1F82E448-969C-4B91-8ECB-090B199EAD0C}">
      <dgm:prSet/>
      <dgm:spPr/>
      <dgm:t>
        <a:bodyPr/>
        <a:lstStyle/>
        <a:p>
          <a:endParaRPr lang="en-IN"/>
        </a:p>
      </dgm:t>
    </dgm:pt>
    <dgm:pt modelId="{D99E9B0B-A3C2-4D8A-852F-D980E69F1587}">
      <dgm:prSet phldrT="[Text]"/>
      <dgm:spPr/>
      <dgm:t>
        <a:bodyPr/>
        <a:lstStyle/>
        <a:p>
          <a:r>
            <a:rPr lang="en-IN" dirty="0"/>
            <a:t>Basic SQL</a:t>
          </a:r>
        </a:p>
      </dgm:t>
    </dgm:pt>
    <dgm:pt modelId="{081A4FCF-46DB-437B-83B2-B4AA5A60F012}" type="parTrans" cxnId="{6659B231-21B7-42DA-A07A-F9E70936C216}">
      <dgm:prSet/>
      <dgm:spPr/>
      <dgm:t>
        <a:bodyPr/>
        <a:lstStyle/>
        <a:p>
          <a:endParaRPr lang="en-IN"/>
        </a:p>
      </dgm:t>
    </dgm:pt>
    <dgm:pt modelId="{CA18DDDD-D37F-48E1-B41A-5F693211D2FF}" type="sibTrans" cxnId="{6659B231-21B7-42DA-A07A-F9E70936C216}">
      <dgm:prSet/>
      <dgm:spPr/>
      <dgm:t>
        <a:bodyPr/>
        <a:lstStyle/>
        <a:p>
          <a:endParaRPr lang="en-IN"/>
        </a:p>
      </dgm:t>
    </dgm:pt>
    <dgm:pt modelId="{874DC32A-8951-4287-AE57-4C2464691CF3}">
      <dgm:prSet phldrT="[Text]"/>
      <dgm:spPr/>
      <dgm:t>
        <a:bodyPr/>
        <a:lstStyle/>
        <a:p>
          <a:r>
            <a:rPr lang="en-IN" dirty="0"/>
            <a:t>Mongo DB</a:t>
          </a:r>
        </a:p>
      </dgm:t>
    </dgm:pt>
    <dgm:pt modelId="{8AC27F32-BBFC-4F7D-9885-25D54C1A21A0}" type="parTrans" cxnId="{BDF1F955-1893-4E97-8D15-269EB4B9C245}">
      <dgm:prSet/>
      <dgm:spPr/>
      <dgm:t>
        <a:bodyPr/>
        <a:lstStyle/>
        <a:p>
          <a:endParaRPr lang="en-IN"/>
        </a:p>
      </dgm:t>
    </dgm:pt>
    <dgm:pt modelId="{E7C15C3E-51CE-4479-93CC-54BFCAEA6535}" type="sibTrans" cxnId="{BDF1F955-1893-4E97-8D15-269EB4B9C245}">
      <dgm:prSet/>
      <dgm:spPr/>
      <dgm:t>
        <a:bodyPr/>
        <a:lstStyle/>
        <a:p>
          <a:endParaRPr lang="en-IN"/>
        </a:p>
      </dgm:t>
    </dgm:pt>
    <dgm:pt modelId="{474CCA5B-DF8E-40E2-A64C-E0CE76BAC9D4}">
      <dgm:prSet phldrT="[Text]"/>
      <dgm:spPr/>
      <dgm:t>
        <a:bodyPr/>
        <a:lstStyle/>
        <a:p>
          <a:r>
            <a:rPr lang="en-IN" dirty="0"/>
            <a:t>Data Analysis &amp; ML project</a:t>
          </a:r>
        </a:p>
      </dgm:t>
    </dgm:pt>
    <dgm:pt modelId="{C1779378-03F0-4E22-8991-1232D570E1BB}" type="parTrans" cxnId="{11497425-6ECF-413C-8729-228677793538}">
      <dgm:prSet/>
      <dgm:spPr/>
      <dgm:t>
        <a:bodyPr/>
        <a:lstStyle/>
        <a:p>
          <a:endParaRPr lang="en-IN"/>
        </a:p>
      </dgm:t>
    </dgm:pt>
    <dgm:pt modelId="{9F43A1EC-7E36-4B13-BAD0-159BF8359219}" type="sibTrans" cxnId="{11497425-6ECF-413C-8729-228677793538}">
      <dgm:prSet/>
      <dgm:spPr/>
      <dgm:t>
        <a:bodyPr/>
        <a:lstStyle/>
        <a:p>
          <a:endParaRPr lang="en-IN"/>
        </a:p>
      </dgm:t>
    </dgm:pt>
    <dgm:pt modelId="{66DEDDEF-729A-4FCB-9B14-BBE9594490BF}">
      <dgm:prSet phldrT="[Text]"/>
      <dgm:spPr/>
      <dgm:t>
        <a:bodyPr/>
        <a:lstStyle/>
        <a:p>
          <a:r>
            <a:rPr lang="en-IN" dirty="0"/>
            <a:t>Crop Recommendation</a:t>
          </a:r>
        </a:p>
      </dgm:t>
    </dgm:pt>
    <dgm:pt modelId="{594324A7-CFA0-4256-A377-26F0E6435580}" type="parTrans" cxnId="{E89DD3C4-23B3-4A73-A46B-846CE837899F}">
      <dgm:prSet/>
      <dgm:spPr/>
      <dgm:t>
        <a:bodyPr/>
        <a:lstStyle/>
        <a:p>
          <a:endParaRPr lang="en-IN"/>
        </a:p>
      </dgm:t>
    </dgm:pt>
    <dgm:pt modelId="{4CEC57D4-FC21-4369-A142-3564666F1AFF}" type="sibTrans" cxnId="{E89DD3C4-23B3-4A73-A46B-846CE837899F}">
      <dgm:prSet/>
      <dgm:spPr/>
      <dgm:t>
        <a:bodyPr/>
        <a:lstStyle/>
        <a:p>
          <a:endParaRPr lang="en-IN"/>
        </a:p>
      </dgm:t>
    </dgm:pt>
    <dgm:pt modelId="{F81ECA54-BB2E-468F-A3A3-A96C3A92A5EF}">
      <dgm:prSet phldrT="[Text]"/>
      <dgm:spPr/>
      <dgm:t>
        <a:bodyPr/>
        <a:lstStyle/>
        <a:p>
          <a:r>
            <a:rPr lang="en-IN" dirty="0"/>
            <a:t>Model evaluation </a:t>
          </a:r>
        </a:p>
      </dgm:t>
    </dgm:pt>
    <dgm:pt modelId="{D2BF28CE-396D-4702-8800-A2E51F79A846}" type="parTrans" cxnId="{C324C488-5095-4811-9CC5-DB67ADF88D4D}">
      <dgm:prSet/>
      <dgm:spPr/>
      <dgm:t>
        <a:bodyPr/>
        <a:lstStyle/>
        <a:p>
          <a:endParaRPr lang="en-IN"/>
        </a:p>
      </dgm:t>
    </dgm:pt>
    <dgm:pt modelId="{540817D2-0A56-44E3-9F1D-21EAA58BC424}" type="sibTrans" cxnId="{C324C488-5095-4811-9CC5-DB67ADF88D4D}">
      <dgm:prSet/>
      <dgm:spPr/>
      <dgm:t>
        <a:bodyPr/>
        <a:lstStyle/>
        <a:p>
          <a:endParaRPr lang="en-IN"/>
        </a:p>
      </dgm:t>
    </dgm:pt>
    <dgm:pt modelId="{DAB73EB8-36C6-4EC4-84A0-525B2FCC59AB}" type="pres">
      <dgm:prSet presAssocID="{7C175953-46F1-4FB4-8E8A-EA289FA29AA6}" presName="Name0" presStyleCnt="0">
        <dgm:presLayoutVars>
          <dgm:dir/>
          <dgm:animLvl val="lvl"/>
          <dgm:resizeHandles val="exact"/>
        </dgm:presLayoutVars>
      </dgm:prSet>
      <dgm:spPr/>
    </dgm:pt>
    <dgm:pt modelId="{D85956A7-2963-4FDE-95CB-24F0BEA997A6}" type="pres">
      <dgm:prSet presAssocID="{474997D8-D18B-4377-9F63-BEE1DF030CB4}" presName="composite" presStyleCnt="0"/>
      <dgm:spPr/>
    </dgm:pt>
    <dgm:pt modelId="{C0B60853-47BB-44AE-9840-CC51D1415FF0}" type="pres">
      <dgm:prSet presAssocID="{474997D8-D18B-4377-9F63-BEE1DF030CB4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E39D4D98-7571-45ED-8758-B9F1975816FE}" type="pres">
      <dgm:prSet presAssocID="{474997D8-D18B-4377-9F63-BEE1DF030CB4}" presName="desTx" presStyleLbl="alignAccFollowNode1" presStyleIdx="0" presStyleCnt="3">
        <dgm:presLayoutVars>
          <dgm:bulletEnabled val="1"/>
        </dgm:presLayoutVars>
      </dgm:prSet>
      <dgm:spPr/>
    </dgm:pt>
    <dgm:pt modelId="{8B93BE01-D242-487B-A44D-F552570B5436}" type="pres">
      <dgm:prSet presAssocID="{D50831EB-1DD8-4DB3-BE02-B085FA477603}" presName="space" presStyleCnt="0"/>
      <dgm:spPr/>
    </dgm:pt>
    <dgm:pt modelId="{A86C196A-DB35-4099-BCFB-721BB45DD616}" type="pres">
      <dgm:prSet presAssocID="{C6B2ECA2-A863-45EA-AB8D-338DE698F10C}" presName="composite" presStyleCnt="0"/>
      <dgm:spPr/>
    </dgm:pt>
    <dgm:pt modelId="{448D02D8-18EC-4E5E-BCBB-E17B573E1D1C}" type="pres">
      <dgm:prSet presAssocID="{C6B2ECA2-A863-45EA-AB8D-338DE698F10C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4330C103-E966-4CDE-AD4B-2AF818D7FD88}" type="pres">
      <dgm:prSet presAssocID="{C6B2ECA2-A863-45EA-AB8D-338DE698F10C}" presName="desTx" presStyleLbl="alignAccFollowNode1" presStyleIdx="1" presStyleCnt="3">
        <dgm:presLayoutVars>
          <dgm:bulletEnabled val="1"/>
        </dgm:presLayoutVars>
      </dgm:prSet>
      <dgm:spPr/>
    </dgm:pt>
    <dgm:pt modelId="{7F9E029E-D445-492E-8B8F-4577BD45B7EC}" type="pres">
      <dgm:prSet presAssocID="{D15931D8-B246-4ADB-8129-0C696A4DBC98}" presName="space" presStyleCnt="0"/>
      <dgm:spPr/>
    </dgm:pt>
    <dgm:pt modelId="{13E96884-1C39-47A8-8744-4345503D229B}" type="pres">
      <dgm:prSet presAssocID="{474CCA5B-DF8E-40E2-A64C-E0CE76BAC9D4}" presName="composite" presStyleCnt="0"/>
      <dgm:spPr/>
    </dgm:pt>
    <dgm:pt modelId="{C1EAD450-2815-4110-AC0D-3BD75E230C11}" type="pres">
      <dgm:prSet presAssocID="{474CCA5B-DF8E-40E2-A64C-E0CE76BAC9D4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F5C47867-13DD-4D07-A67B-897DCF36A15F}" type="pres">
      <dgm:prSet presAssocID="{474CCA5B-DF8E-40E2-A64C-E0CE76BAC9D4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D0866C13-DC7E-46A9-87B1-6AE1B2716B51}" srcId="{474997D8-D18B-4377-9F63-BEE1DF030CB4}" destId="{B9F1CC37-F75E-4FD6-AB76-25591CA23D2E}" srcOrd="0" destOrd="0" parTransId="{BE0A8746-0FA7-45E1-9355-5B64391EBA87}" sibTransId="{20721790-C925-4428-83AB-2BD4EE9AEBA1}"/>
    <dgm:cxn modelId="{83D0811A-B62E-4B29-8D3E-882001132691}" type="presOf" srcId="{474997D8-D18B-4377-9F63-BEE1DF030CB4}" destId="{C0B60853-47BB-44AE-9840-CC51D1415FF0}" srcOrd="0" destOrd="0" presId="urn:microsoft.com/office/officeart/2005/8/layout/hList1"/>
    <dgm:cxn modelId="{11497425-6ECF-413C-8729-228677793538}" srcId="{7C175953-46F1-4FB4-8E8A-EA289FA29AA6}" destId="{474CCA5B-DF8E-40E2-A64C-E0CE76BAC9D4}" srcOrd="2" destOrd="0" parTransId="{C1779378-03F0-4E22-8991-1232D570E1BB}" sibTransId="{9F43A1EC-7E36-4B13-BAD0-159BF8359219}"/>
    <dgm:cxn modelId="{6659B231-21B7-42DA-A07A-F9E70936C216}" srcId="{C6B2ECA2-A863-45EA-AB8D-338DE698F10C}" destId="{D99E9B0B-A3C2-4D8A-852F-D980E69F1587}" srcOrd="0" destOrd="0" parTransId="{081A4FCF-46DB-437B-83B2-B4AA5A60F012}" sibTransId="{CA18DDDD-D37F-48E1-B41A-5F693211D2FF}"/>
    <dgm:cxn modelId="{1F82E448-969C-4B91-8ECB-090B199EAD0C}" srcId="{7C175953-46F1-4FB4-8E8A-EA289FA29AA6}" destId="{C6B2ECA2-A863-45EA-AB8D-338DE698F10C}" srcOrd="1" destOrd="0" parTransId="{88C94D20-6F86-43BA-BBA0-161973ADB2D2}" sibTransId="{D15931D8-B246-4ADB-8129-0C696A4DBC98}"/>
    <dgm:cxn modelId="{BDF1F955-1893-4E97-8D15-269EB4B9C245}" srcId="{C6B2ECA2-A863-45EA-AB8D-338DE698F10C}" destId="{874DC32A-8951-4287-AE57-4C2464691CF3}" srcOrd="1" destOrd="0" parTransId="{8AC27F32-BBFC-4F7D-9885-25D54C1A21A0}" sibTransId="{E7C15C3E-51CE-4479-93CC-54BFCAEA6535}"/>
    <dgm:cxn modelId="{1726CF58-8697-47E8-A9DE-79D4D5851D33}" type="presOf" srcId="{B9F1CC37-F75E-4FD6-AB76-25591CA23D2E}" destId="{E39D4D98-7571-45ED-8758-B9F1975816FE}" srcOrd="0" destOrd="0" presId="urn:microsoft.com/office/officeart/2005/8/layout/hList1"/>
    <dgm:cxn modelId="{128EA084-C060-49FA-BA1F-C2F2B6AE8ABD}" type="presOf" srcId="{F81ECA54-BB2E-468F-A3A3-A96C3A92A5EF}" destId="{E39D4D98-7571-45ED-8758-B9F1975816FE}" srcOrd="0" destOrd="2" presId="urn:microsoft.com/office/officeart/2005/8/layout/hList1"/>
    <dgm:cxn modelId="{C324C488-5095-4811-9CC5-DB67ADF88D4D}" srcId="{474997D8-D18B-4377-9F63-BEE1DF030CB4}" destId="{F81ECA54-BB2E-468F-A3A3-A96C3A92A5EF}" srcOrd="2" destOrd="0" parTransId="{D2BF28CE-396D-4702-8800-A2E51F79A846}" sibTransId="{540817D2-0A56-44E3-9F1D-21EAA58BC424}"/>
    <dgm:cxn modelId="{817E068F-2CBF-493B-A9E9-9912D612865E}" type="presOf" srcId="{7C175953-46F1-4FB4-8E8A-EA289FA29AA6}" destId="{DAB73EB8-36C6-4EC4-84A0-525B2FCC59AB}" srcOrd="0" destOrd="0" presId="urn:microsoft.com/office/officeart/2005/8/layout/hList1"/>
    <dgm:cxn modelId="{3C74E490-FFA0-4AAC-81BE-86170091E0E6}" type="presOf" srcId="{C6B2ECA2-A863-45EA-AB8D-338DE698F10C}" destId="{448D02D8-18EC-4E5E-BCBB-E17B573E1D1C}" srcOrd="0" destOrd="0" presId="urn:microsoft.com/office/officeart/2005/8/layout/hList1"/>
    <dgm:cxn modelId="{B46725A6-5E62-4ADC-BA00-199187D1AAAA}" type="presOf" srcId="{474CCA5B-DF8E-40E2-A64C-E0CE76BAC9D4}" destId="{C1EAD450-2815-4110-AC0D-3BD75E230C11}" srcOrd="0" destOrd="0" presId="urn:microsoft.com/office/officeart/2005/8/layout/hList1"/>
    <dgm:cxn modelId="{7DA288B8-843A-40BC-A718-4FA719534F10}" type="presOf" srcId="{B95AED9A-83E3-4AE3-81A6-1416EF6C67D5}" destId="{E39D4D98-7571-45ED-8758-B9F1975816FE}" srcOrd="0" destOrd="1" presId="urn:microsoft.com/office/officeart/2005/8/layout/hList1"/>
    <dgm:cxn modelId="{930700BF-B023-4716-A9D9-1FC10F825A18}" srcId="{7C175953-46F1-4FB4-8E8A-EA289FA29AA6}" destId="{474997D8-D18B-4377-9F63-BEE1DF030CB4}" srcOrd="0" destOrd="0" parTransId="{5D02949E-CD17-45C9-BF7B-B5436AF3D84E}" sibTransId="{D50831EB-1DD8-4DB3-BE02-B085FA477603}"/>
    <dgm:cxn modelId="{E89DD3C4-23B3-4A73-A46B-846CE837899F}" srcId="{474CCA5B-DF8E-40E2-A64C-E0CE76BAC9D4}" destId="{66DEDDEF-729A-4FCB-9B14-BBE9594490BF}" srcOrd="0" destOrd="0" parTransId="{594324A7-CFA0-4256-A377-26F0E6435580}" sibTransId="{4CEC57D4-FC21-4369-A142-3564666F1AFF}"/>
    <dgm:cxn modelId="{0FA6F7C4-642D-41F8-9580-F5EAF4F10533}" srcId="{474997D8-D18B-4377-9F63-BEE1DF030CB4}" destId="{B95AED9A-83E3-4AE3-81A6-1416EF6C67D5}" srcOrd="1" destOrd="0" parTransId="{97A84351-A383-48F6-AA0A-F5D053E3D52B}" sibTransId="{0B89A94E-1421-4DA5-A12B-F4927E4FB643}"/>
    <dgm:cxn modelId="{D0F6C5D8-3EFD-4360-8B70-740B6F4B90E2}" type="presOf" srcId="{D99E9B0B-A3C2-4D8A-852F-D980E69F1587}" destId="{4330C103-E966-4CDE-AD4B-2AF818D7FD88}" srcOrd="0" destOrd="0" presId="urn:microsoft.com/office/officeart/2005/8/layout/hList1"/>
    <dgm:cxn modelId="{6F1C2CE3-B7CE-494E-951A-0701150453E0}" type="presOf" srcId="{874DC32A-8951-4287-AE57-4C2464691CF3}" destId="{4330C103-E966-4CDE-AD4B-2AF818D7FD88}" srcOrd="0" destOrd="1" presId="urn:microsoft.com/office/officeart/2005/8/layout/hList1"/>
    <dgm:cxn modelId="{43C08BFB-9400-49DD-AC7C-D1E64E907F71}" type="presOf" srcId="{66DEDDEF-729A-4FCB-9B14-BBE9594490BF}" destId="{F5C47867-13DD-4D07-A67B-897DCF36A15F}" srcOrd="0" destOrd="0" presId="urn:microsoft.com/office/officeart/2005/8/layout/hList1"/>
    <dgm:cxn modelId="{84E32497-DB52-4739-9015-8A93410E83A2}" type="presParOf" srcId="{DAB73EB8-36C6-4EC4-84A0-525B2FCC59AB}" destId="{D85956A7-2963-4FDE-95CB-24F0BEA997A6}" srcOrd="0" destOrd="0" presId="urn:microsoft.com/office/officeart/2005/8/layout/hList1"/>
    <dgm:cxn modelId="{6F9F3530-81EE-43FC-A7E9-8E4415939A0E}" type="presParOf" srcId="{D85956A7-2963-4FDE-95CB-24F0BEA997A6}" destId="{C0B60853-47BB-44AE-9840-CC51D1415FF0}" srcOrd="0" destOrd="0" presId="urn:microsoft.com/office/officeart/2005/8/layout/hList1"/>
    <dgm:cxn modelId="{036FC574-8D1C-49B7-9325-3BA81FB0D9E6}" type="presParOf" srcId="{D85956A7-2963-4FDE-95CB-24F0BEA997A6}" destId="{E39D4D98-7571-45ED-8758-B9F1975816FE}" srcOrd="1" destOrd="0" presId="urn:microsoft.com/office/officeart/2005/8/layout/hList1"/>
    <dgm:cxn modelId="{49346075-D11A-43E2-86F2-B024F2D3A2E4}" type="presParOf" srcId="{DAB73EB8-36C6-4EC4-84A0-525B2FCC59AB}" destId="{8B93BE01-D242-487B-A44D-F552570B5436}" srcOrd="1" destOrd="0" presId="urn:microsoft.com/office/officeart/2005/8/layout/hList1"/>
    <dgm:cxn modelId="{4085ACF6-74AB-4BA5-AAD7-257B42FF9EEC}" type="presParOf" srcId="{DAB73EB8-36C6-4EC4-84A0-525B2FCC59AB}" destId="{A86C196A-DB35-4099-BCFB-721BB45DD616}" srcOrd="2" destOrd="0" presId="urn:microsoft.com/office/officeart/2005/8/layout/hList1"/>
    <dgm:cxn modelId="{C20D6B7C-33E2-4537-A250-6563A1D68B26}" type="presParOf" srcId="{A86C196A-DB35-4099-BCFB-721BB45DD616}" destId="{448D02D8-18EC-4E5E-BCBB-E17B573E1D1C}" srcOrd="0" destOrd="0" presId="urn:microsoft.com/office/officeart/2005/8/layout/hList1"/>
    <dgm:cxn modelId="{A5955FDD-9C74-495D-9BEC-BE2074440BED}" type="presParOf" srcId="{A86C196A-DB35-4099-BCFB-721BB45DD616}" destId="{4330C103-E966-4CDE-AD4B-2AF818D7FD88}" srcOrd="1" destOrd="0" presId="urn:microsoft.com/office/officeart/2005/8/layout/hList1"/>
    <dgm:cxn modelId="{4AF317E7-4421-4BC6-B54D-CB121B17EF10}" type="presParOf" srcId="{DAB73EB8-36C6-4EC4-84A0-525B2FCC59AB}" destId="{7F9E029E-D445-492E-8B8F-4577BD45B7EC}" srcOrd="3" destOrd="0" presId="urn:microsoft.com/office/officeart/2005/8/layout/hList1"/>
    <dgm:cxn modelId="{9305E830-59A9-47D9-A6F7-85ECB4695512}" type="presParOf" srcId="{DAB73EB8-36C6-4EC4-84A0-525B2FCC59AB}" destId="{13E96884-1C39-47A8-8744-4345503D229B}" srcOrd="4" destOrd="0" presId="urn:microsoft.com/office/officeart/2005/8/layout/hList1"/>
    <dgm:cxn modelId="{C5DBF89D-0FE9-4C7B-9D59-8C3724DCB204}" type="presParOf" srcId="{13E96884-1C39-47A8-8744-4345503D229B}" destId="{C1EAD450-2815-4110-AC0D-3BD75E230C11}" srcOrd="0" destOrd="0" presId="urn:microsoft.com/office/officeart/2005/8/layout/hList1"/>
    <dgm:cxn modelId="{642522AC-5B86-4FB5-AC7F-93B43ABD6754}" type="presParOf" srcId="{13E96884-1C39-47A8-8744-4345503D229B}" destId="{F5C47867-13DD-4D07-A67B-897DCF36A15F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7275751-BCCD-49BF-B602-674EA98AE5FC}">
      <dsp:nvSpPr>
        <dsp:cNvPr id="0" name=""/>
        <dsp:cNvSpPr/>
      </dsp:nvSpPr>
      <dsp:spPr>
        <a:xfrm>
          <a:off x="5137" y="0"/>
          <a:ext cx="4492415" cy="934065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64008" rIns="32004" bIns="6400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SDLC Concepts</a:t>
          </a:r>
        </a:p>
      </dsp:txBody>
      <dsp:txXfrm>
        <a:off x="5137" y="0"/>
        <a:ext cx="4258899" cy="934065"/>
      </dsp:txXfrm>
    </dsp:sp>
    <dsp:sp modelId="{704BEBA6-289C-4244-BE83-CBDAF6D497A2}">
      <dsp:nvSpPr>
        <dsp:cNvPr id="0" name=""/>
        <dsp:cNvSpPr/>
      </dsp:nvSpPr>
      <dsp:spPr>
        <a:xfrm>
          <a:off x="3599069" y="0"/>
          <a:ext cx="4492415" cy="93406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64008" rIns="32004" bIns="6400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Agile Methodologies</a:t>
          </a:r>
        </a:p>
      </dsp:txBody>
      <dsp:txXfrm>
        <a:off x="4066102" y="0"/>
        <a:ext cx="3558350" cy="934065"/>
      </dsp:txXfrm>
    </dsp:sp>
    <dsp:sp modelId="{CD166C25-2F16-416E-9EEE-43B5F717EBB4}">
      <dsp:nvSpPr>
        <dsp:cNvPr id="0" name=""/>
        <dsp:cNvSpPr/>
      </dsp:nvSpPr>
      <dsp:spPr>
        <a:xfrm>
          <a:off x="7193002" y="0"/>
          <a:ext cx="4492415" cy="93406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64008" rIns="32004" bIns="6400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GIT Basics</a:t>
          </a:r>
        </a:p>
      </dsp:txBody>
      <dsp:txXfrm>
        <a:off x="7660035" y="0"/>
        <a:ext cx="3558350" cy="93406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5E5601-2F6E-4830-B73F-A9DBD95D2C41}">
      <dsp:nvSpPr>
        <dsp:cNvPr id="0" name=""/>
        <dsp:cNvSpPr/>
      </dsp:nvSpPr>
      <dsp:spPr>
        <a:xfrm>
          <a:off x="5137" y="0"/>
          <a:ext cx="4492415" cy="104959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64008" rIns="32004" bIns="6400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PyCharm</a:t>
          </a:r>
        </a:p>
      </dsp:txBody>
      <dsp:txXfrm>
        <a:off x="5137" y="0"/>
        <a:ext cx="4230017" cy="1049594"/>
      </dsp:txXfrm>
    </dsp:sp>
    <dsp:sp modelId="{7903FA59-A5EA-4A56-B2AC-0F9B468C4B19}">
      <dsp:nvSpPr>
        <dsp:cNvPr id="0" name=""/>
        <dsp:cNvSpPr/>
      </dsp:nvSpPr>
      <dsp:spPr>
        <a:xfrm>
          <a:off x="3599069" y="0"/>
          <a:ext cx="4492415" cy="104959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64008" rIns="32004" bIns="6400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Google </a:t>
          </a:r>
          <a:r>
            <a:rPr lang="en-IN" sz="2400" kern="1200" dirty="0" err="1"/>
            <a:t>Colab</a:t>
          </a:r>
          <a:endParaRPr lang="en-IN" sz="2400" kern="1200" dirty="0"/>
        </a:p>
      </dsp:txBody>
      <dsp:txXfrm>
        <a:off x="4123866" y="0"/>
        <a:ext cx="3442821" cy="1049594"/>
      </dsp:txXfrm>
    </dsp:sp>
    <dsp:sp modelId="{729081C4-5F20-4D23-A9EE-F282ECCD9BB2}">
      <dsp:nvSpPr>
        <dsp:cNvPr id="0" name=""/>
        <dsp:cNvSpPr/>
      </dsp:nvSpPr>
      <dsp:spPr>
        <a:xfrm>
          <a:off x="7193002" y="0"/>
          <a:ext cx="4492415" cy="104959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64008" rIns="32004" bIns="6400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API &amp; Micro Services</a:t>
          </a:r>
        </a:p>
      </dsp:txBody>
      <dsp:txXfrm>
        <a:off x="7717799" y="0"/>
        <a:ext cx="3442821" cy="104959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2FAAC1-ED8F-413E-9A8B-DE87FA5C9656}">
      <dsp:nvSpPr>
        <dsp:cNvPr id="0" name=""/>
        <dsp:cNvSpPr/>
      </dsp:nvSpPr>
      <dsp:spPr>
        <a:xfrm>
          <a:off x="8825" y="0"/>
          <a:ext cx="6266451" cy="1278194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64008" rIns="32004" bIns="6400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Teamwork</a:t>
          </a:r>
        </a:p>
      </dsp:txBody>
      <dsp:txXfrm>
        <a:off x="8825" y="0"/>
        <a:ext cx="5946903" cy="1278194"/>
      </dsp:txXfrm>
    </dsp:sp>
    <dsp:sp modelId="{8EBEAFFF-24BB-42B3-8C2F-063E5B9FA897}">
      <dsp:nvSpPr>
        <dsp:cNvPr id="0" name=""/>
        <dsp:cNvSpPr/>
      </dsp:nvSpPr>
      <dsp:spPr>
        <a:xfrm>
          <a:off x="5021986" y="0"/>
          <a:ext cx="6266451" cy="1278194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6012" tIns="64008" rIns="32004" bIns="6400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Problem Solving</a:t>
          </a:r>
        </a:p>
      </dsp:txBody>
      <dsp:txXfrm>
        <a:off x="5661083" y="0"/>
        <a:ext cx="4988257" cy="127819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8D65F2-0F00-436C-B009-5F811DDA131D}">
      <dsp:nvSpPr>
        <dsp:cNvPr id="0" name=""/>
        <dsp:cNvSpPr/>
      </dsp:nvSpPr>
      <dsp:spPr>
        <a:xfrm rot="16200000">
          <a:off x="-2045253" y="3059077"/>
          <a:ext cx="4632173" cy="5608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494638" bIns="0" numCol="1" spcCol="1270" anchor="t" anchorCtr="0">
          <a:noAutofit/>
        </a:bodyPr>
        <a:lstStyle/>
        <a:p>
          <a:pPr marL="0" lvl="0" indent="0" algn="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 dirty="0"/>
            <a:t>Introduction to Python</a:t>
          </a:r>
        </a:p>
      </dsp:txBody>
      <dsp:txXfrm>
        <a:off x="-2045253" y="3059077"/>
        <a:ext cx="4632173" cy="560848"/>
      </dsp:txXfrm>
    </dsp:sp>
    <dsp:sp modelId="{666CE6EF-1B53-477B-8A37-9D4A84AD20E7}">
      <dsp:nvSpPr>
        <dsp:cNvPr id="0" name=""/>
        <dsp:cNvSpPr/>
      </dsp:nvSpPr>
      <dsp:spPr>
        <a:xfrm>
          <a:off x="551257" y="1023415"/>
          <a:ext cx="2793622" cy="463217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hueMod val="94000"/>
                <a:satMod val="130000"/>
                <a:lumMod val="12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34696" tIns="494638" rIns="234696" bIns="23469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600" kern="1200" dirty="0"/>
            <a:t>Python Syntax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600" kern="1200" dirty="0"/>
            <a:t>Variables&amp; Data types</a:t>
          </a:r>
        </a:p>
      </dsp:txBody>
      <dsp:txXfrm>
        <a:off x="551257" y="1023415"/>
        <a:ext cx="2793622" cy="4632173"/>
      </dsp:txXfrm>
    </dsp:sp>
    <dsp:sp modelId="{BD13F5DA-7A9B-4A0C-ADD1-1F6260B7B062}">
      <dsp:nvSpPr>
        <dsp:cNvPr id="0" name=""/>
        <dsp:cNvSpPr/>
      </dsp:nvSpPr>
      <dsp:spPr>
        <a:xfrm>
          <a:off x="-9591" y="283094"/>
          <a:ext cx="1121697" cy="11216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B8169ED-BAF8-42EC-8135-A88540306974}">
      <dsp:nvSpPr>
        <dsp:cNvPr id="0" name=""/>
        <dsp:cNvSpPr/>
      </dsp:nvSpPr>
      <dsp:spPr>
        <a:xfrm rot="16200000">
          <a:off x="2281508" y="3059077"/>
          <a:ext cx="4632173" cy="5608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494638" bIns="0" numCol="1" spcCol="1270" anchor="t" anchorCtr="0">
          <a:noAutofit/>
        </a:bodyPr>
        <a:lstStyle/>
        <a:p>
          <a:pPr marL="0" lvl="0" indent="0" algn="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 dirty="0"/>
            <a:t>Basic Operations</a:t>
          </a:r>
        </a:p>
      </dsp:txBody>
      <dsp:txXfrm>
        <a:off x="2281508" y="3059077"/>
        <a:ext cx="4632173" cy="560848"/>
      </dsp:txXfrm>
    </dsp:sp>
    <dsp:sp modelId="{A4D1AC71-9906-41D1-836E-E75C610F1799}">
      <dsp:nvSpPr>
        <dsp:cNvPr id="0" name=""/>
        <dsp:cNvSpPr/>
      </dsp:nvSpPr>
      <dsp:spPr>
        <a:xfrm>
          <a:off x="4878019" y="1023415"/>
          <a:ext cx="2793622" cy="463217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hueMod val="94000"/>
                <a:satMod val="130000"/>
                <a:lumMod val="12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34696" tIns="494638" rIns="234696" bIns="23469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600" kern="1200" dirty="0"/>
            <a:t>Input/Output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600" kern="1200" dirty="0"/>
            <a:t>Control Structures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600" kern="1200" dirty="0"/>
            <a:t>Conditional Statements (if, </a:t>
          </a:r>
          <a:r>
            <a:rPr lang="en-IN" sz="2600" kern="1200" dirty="0" err="1"/>
            <a:t>elif</a:t>
          </a:r>
          <a:r>
            <a:rPr lang="en-IN" sz="2600" kern="1200" dirty="0"/>
            <a:t>, else)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600" kern="1200" dirty="0"/>
            <a:t>Loops (for, while)</a:t>
          </a:r>
        </a:p>
      </dsp:txBody>
      <dsp:txXfrm>
        <a:off x="4878019" y="1023415"/>
        <a:ext cx="2793622" cy="4632173"/>
      </dsp:txXfrm>
    </dsp:sp>
    <dsp:sp modelId="{846B5C53-1C6C-4450-8991-2436BFC2CAF6}">
      <dsp:nvSpPr>
        <dsp:cNvPr id="0" name=""/>
        <dsp:cNvSpPr/>
      </dsp:nvSpPr>
      <dsp:spPr>
        <a:xfrm>
          <a:off x="4073852" y="283094"/>
          <a:ext cx="1608335" cy="1121697"/>
        </a:xfrm>
        <a:prstGeom prst="rect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2000" r="-12000"/>
          </a:stretch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9B8C6DC-DEFB-450B-9F5A-CD22BA08A573}">
      <dsp:nvSpPr>
        <dsp:cNvPr id="0" name=""/>
        <dsp:cNvSpPr/>
      </dsp:nvSpPr>
      <dsp:spPr>
        <a:xfrm rot="16200000">
          <a:off x="6486992" y="3059077"/>
          <a:ext cx="4632173" cy="5608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494638" bIns="0" numCol="1" spcCol="1270" anchor="t" anchorCtr="0">
          <a:noAutofit/>
        </a:bodyPr>
        <a:lstStyle/>
        <a:p>
          <a:pPr marL="0" lvl="0" indent="0" algn="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000" kern="1200" dirty="0"/>
            <a:t>Functions</a:t>
          </a:r>
        </a:p>
      </dsp:txBody>
      <dsp:txXfrm>
        <a:off x="6486992" y="3059077"/>
        <a:ext cx="4632173" cy="560848"/>
      </dsp:txXfrm>
    </dsp:sp>
    <dsp:sp modelId="{104C1D23-F935-4E7F-9756-DD598B25D124}">
      <dsp:nvSpPr>
        <dsp:cNvPr id="0" name=""/>
        <dsp:cNvSpPr/>
      </dsp:nvSpPr>
      <dsp:spPr>
        <a:xfrm>
          <a:off x="9083504" y="1023415"/>
          <a:ext cx="2793622" cy="4632173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hueMod val="94000"/>
                <a:satMod val="130000"/>
                <a:lumMod val="128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lumMod val="88000"/>
              </a:schemeClr>
            </a:gs>
          </a:gsLst>
          <a:lin ang="5400000" scaled="0"/>
        </a:grad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34696" tIns="494638" rIns="234696" bIns="23469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600" kern="1200" dirty="0"/>
            <a:t>Defining Functions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600" kern="1200" dirty="0"/>
            <a:t>Function Parameters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600" kern="1200" dirty="0"/>
            <a:t>Return Statement</a:t>
          </a:r>
        </a:p>
      </dsp:txBody>
      <dsp:txXfrm>
        <a:off x="9083504" y="1023415"/>
        <a:ext cx="2793622" cy="4632173"/>
      </dsp:txXfrm>
    </dsp:sp>
    <dsp:sp modelId="{4F903D25-0CA7-415C-8821-47135468BC6D}">
      <dsp:nvSpPr>
        <dsp:cNvPr id="0" name=""/>
        <dsp:cNvSpPr/>
      </dsp:nvSpPr>
      <dsp:spPr>
        <a:xfrm>
          <a:off x="8400614" y="283094"/>
          <a:ext cx="1365779" cy="11216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11000" b="-11000"/>
          </a:stretch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BF6BEC-B584-40F8-949F-3959DB89E5F3}">
      <dsp:nvSpPr>
        <dsp:cNvPr id="0" name=""/>
        <dsp:cNvSpPr/>
      </dsp:nvSpPr>
      <dsp:spPr>
        <a:xfrm>
          <a:off x="0" y="826606"/>
          <a:ext cx="11818374" cy="105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41F576-1233-4543-A0E2-5382E0651389}">
      <dsp:nvSpPr>
        <dsp:cNvPr id="0" name=""/>
        <dsp:cNvSpPr/>
      </dsp:nvSpPr>
      <dsp:spPr>
        <a:xfrm>
          <a:off x="472929" y="4517"/>
          <a:ext cx="8272861" cy="143217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2694" tIns="0" rIns="312694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Introduction to Data Analysis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Pandas Library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Data Frames &amp; Data manipulation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Data Cleaning &amp; Preprocessing</a:t>
          </a:r>
        </a:p>
      </dsp:txBody>
      <dsp:txXfrm>
        <a:off x="542842" y="74430"/>
        <a:ext cx="8133035" cy="1292350"/>
      </dsp:txXfrm>
    </dsp:sp>
    <dsp:sp modelId="{20EAF51B-6077-414B-AC00-F5083A81E11C}">
      <dsp:nvSpPr>
        <dsp:cNvPr id="0" name=""/>
        <dsp:cNvSpPr/>
      </dsp:nvSpPr>
      <dsp:spPr>
        <a:xfrm>
          <a:off x="0" y="2731726"/>
          <a:ext cx="11818374" cy="105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1D1F32-96C0-427B-BFC7-17DA04E8D175}">
      <dsp:nvSpPr>
        <dsp:cNvPr id="0" name=""/>
        <dsp:cNvSpPr/>
      </dsp:nvSpPr>
      <dsp:spPr>
        <a:xfrm>
          <a:off x="590918" y="2111806"/>
          <a:ext cx="8768406" cy="12398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2694" tIns="0" rIns="312694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Data Visualization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Matplotlib for basic plotting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Seaborn for enhanced visualizations</a:t>
          </a:r>
        </a:p>
      </dsp:txBody>
      <dsp:txXfrm>
        <a:off x="651442" y="2172330"/>
        <a:ext cx="8647358" cy="1118792"/>
      </dsp:txXfrm>
    </dsp:sp>
    <dsp:sp modelId="{44A6BDFF-54CC-4120-90B7-96299D08EAAE}">
      <dsp:nvSpPr>
        <dsp:cNvPr id="0" name=""/>
        <dsp:cNvSpPr/>
      </dsp:nvSpPr>
      <dsp:spPr>
        <a:xfrm>
          <a:off x="0" y="4834526"/>
          <a:ext cx="11818374" cy="1058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D9B361-FC96-4C57-9A5F-D60DF031F3E1}">
      <dsp:nvSpPr>
        <dsp:cNvPr id="0" name=""/>
        <dsp:cNvSpPr/>
      </dsp:nvSpPr>
      <dsp:spPr>
        <a:xfrm>
          <a:off x="590918" y="4016926"/>
          <a:ext cx="8272861" cy="14375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2694" tIns="0" rIns="312694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Introduction to Machine Learning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ML concepts &amp; terminology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Supervised vs. unsupervised learning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 err="1"/>
            <a:t>Sckit</a:t>
          </a:r>
          <a:r>
            <a:rPr lang="en-IN" sz="1800" kern="1200" dirty="0"/>
            <a:t>-Learn Library</a:t>
          </a:r>
        </a:p>
      </dsp:txBody>
      <dsp:txXfrm>
        <a:off x="661092" y="4087100"/>
        <a:ext cx="8132513" cy="129717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B60853-47BB-44AE-9840-CC51D1415FF0}">
      <dsp:nvSpPr>
        <dsp:cNvPr id="0" name=""/>
        <dsp:cNvSpPr/>
      </dsp:nvSpPr>
      <dsp:spPr>
        <a:xfrm>
          <a:off x="3619" y="1362934"/>
          <a:ext cx="3529012" cy="9559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/>
            <a:t>ML Training &amp; Evaluation</a:t>
          </a:r>
        </a:p>
      </dsp:txBody>
      <dsp:txXfrm>
        <a:off x="3619" y="1362934"/>
        <a:ext cx="3529012" cy="955926"/>
      </dsp:txXfrm>
    </dsp:sp>
    <dsp:sp modelId="{E39D4D98-7571-45ED-8758-B9F1975816FE}">
      <dsp:nvSpPr>
        <dsp:cNvPr id="0" name=""/>
        <dsp:cNvSpPr/>
      </dsp:nvSpPr>
      <dsp:spPr>
        <a:xfrm>
          <a:off x="3619" y="2318861"/>
          <a:ext cx="3529012" cy="235521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600" kern="1200" dirty="0"/>
            <a:t>Data splitting (train/test)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600" kern="1200" dirty="0"/>
            <a:t>Model training &amp; prediction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600" kern="1200" dirty="0"/>
            <a:t>Model evaluation </a:t>
          </a:r>
        </a:p>
      </dsp:txBody>
      <dsp:txXfrm>
        <a:off x="3619" y="2318861"/>
        <a:ext cx="3529012" cy="2355210"/>
      </dsp:txXfrm>
    </dsp:sp>
    <dsp:sp modelId="{448D02D8-18EC-4E5E-BCBB-E17B573E1D1C}">
      <dsp:nvSpPr>
        <dsp:cNvPr id="0" name=""/>
        <dsp:cNvSpPr/>
      </dsp:nvSpPr>
      <dsp:spPr>
        <a:xfrm>
          <a:off x="4026693" y="1362934"/>
          <a:ext cx="3529012" cy="9559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/>
            <a:t>DB Skills</a:t>
          </a:r>
        </a:p>
      </dsp:txBody>
      <dsp:txXfrm>
        <a:off x="4026693" y="1362934"/>
        <a:ext cx="3529012" cy="955926"/>
      </dsp:txXfrm>
    </dsp:sp>
    <dsp:sp modelId="{4330C103-E966-4CDE-AD4B-2AF818D7FD88}">
      <dsp:nvSpPr>
        <dsp:cNvPr id="0" name=""/>
        <dsp:cNvSpPr/>
      </dsp:nvSpPr>
      <dsp:spPr>
        <a:xfrm>
          <a:off x="4026693" y="2318861"/>
          <a:ext cx="3529012" cy="235521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600" kern="1200" dirty="0"/>
            <a:t>Basic SQL</a:t>
          </a:r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600" kern="1200" dirty="0"/>
            <a:t>Mongo DB</a:t>
          </a:r>
        </a:p>
      </dsp:txBody>
      <dsp:txXfrm>
        <a:off x="4026693" y="2318861"/>
        <a:ext cx="3529012" cy="2355210"/>
      </dsp:txXfrm>
    </dsp:sp>
    <dsp:sp modelId="{C1EAD450-2815-4110-AC0D-3BD75E230C11}">
      <dsp:nvSpPr>
        <dsp:cNvPr id="0" name=""/>
        <dsp:cNvSpPr/>
      </dsp:nvSpPr>
      <dsp:spPr>
        <a:xfrm>
          <a:off x="8049768" y="1362934"/>
          <a:ext cx="3529012" cy="95592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4912" tIns="105664" rIns="184912" bIns="105664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600" kern="1200" dirty="0"/>
            <a:t>Data Analysis &amp; ML project</a:t>
          </a:r>
        </a:p>
      </dsp:txBody>
      <dsp:txXfrm>
        <a:off x="8049768" y="1362934"/>
        <a:ext cx="3529012" cy="955926"/>
      </dsp:txXfrm>
    </dsp:sp>
    <dsp:sp modelId="{F5C47867-13DD-4D07-A67B-897DCF36A15F}">
      <dsp:nvSpPr>
        <dsp:cNvPr id="0" name=""/>
        <dsp:cNvSpPr/>
      </dsp:nvSpPr>
      <dsp:spPr>
        <a:xfrm>
          <a:off x="8049768" y="2318861"/>
          <a:ext cx="3529012" cy="235521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684" tIns="138684" rIns="184912" bIns="208026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600" kern="1200" dirty="0"/>
            <a:t>Crop Recommendation</a:t>
          </a:r>
        </a:p>
      </dsp:txBody>
      <dsp:txXfrm>
        <a:off x="8049768" y="2318861"/>
        <a:ext cx="3529012" cy="23552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2">
  <dgm:title val=""/>
  <dgm:desc val=""/>
  <dgm:catLst>
    <dgm:cat type="list" pri="6000"/>
    <dgm:cat type="relationship" pri="16000"/>
    <dgm:cat type="picture" pri="29000"/>
    <dgm:cat type="pictureconvert" pri="2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/>
    </dgm:varLst>
    <dgm:choose name="Name0">
      <dgm:if name="Name1" func="var" arg="dir" op="equ" val="norm">
        <dgm:alg type="lin">
          <dgm:param type="linDir" val="fromL"/>
          <dgm:param type="nodeVertAlign" val="t"/>
        </dgm:alg>
      </dgm:if>
      <dgm:else name="Name2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refType="h"/>
      <dgm:constr type="w" for="ch" forName="sibTrans" refType="w" refFor="ch" refForName="compositeNode" op="equ" fact="0.2"/>
      <dgm:constr type="h" for="des" forName="childNode" op="equ"/>
      <dgm:constr type="w" for="des" forName="childNode" op="equ"/>
      <dgm:constr type="w" for="des" forName="parentNode" op="equ"/>
      <dgm:constr type="h" for="des" forName="image" op="equ"/>
      <dgm:constr type="w" for="des" forName="image" op="equ"/>
      <dgm:constr type="primFontSz" for="des" forName="parentNode" op="equ" val="65"/>
      <dgm:constr type="primFontSz" for="des" forName="childNode" op="equ" val="65"/>
    </dgm:constrLst>
    <dgm:ruleLst/>
    <dgm:forEach name="Name3" axis="ch" ptType="node">
      <dgm:layoutNode name="compositeNode">
        <dgm:varLst>
          <dgm:bulletEnabled val="1"/>
        </dgm:varLst>
        <dgm:alg type="composite"/>
        <dgm:presOf/>
        <dgm:choose name="Name4">
          <dgm:if name="Name5" func="var" arg="dir" op="equ" val="norm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l" for="ch" forName="image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l" for="ch" forName="childNode" refType="w" refFor="ch" refForName="image" fact="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l" for="ch" forName="parentNode"/>
              <dgm:constr type="r" for="ch" forName="parentNode" refType="l" refFor="ch" refForName="childNode"/>
              <dgm:constr type="rMarg" for="ch" forName="parentNode" refType="w" refFor="ch" refForName="image" fact="1.25"/>
            </dgm:constrLst>
          </dgm:if>
          <dgm:else name="Name6">
            <dgm:constrLst>
              <dgm:constr type="w" for="ch" forName="image" refType="w"/>
              <dgm:constr type="h" for="ch" forName="image" refType="h"/>
              <dgm:constr type="h" for="ch" forName="image" refType="w" refFor="ch" refForName="image" op="lte"/>
              <dgm:constr type="w" for="ch" forName="image" refType="h" refFor="ch" refForName="image" op="lte"/>
              <dgm:constr type="w" for="ch" forName="image" refType="w" op="lte" fact="0.33"/>
              <dgm:constr type="h" for="ch" forName="image" refType="h" op="lte" fact="0.33"/>
              <dgm:constr type="t" for="ch" forName="image"/>
              <dgm:constr type="r" for="ch" forName="image" refType="w"/>
              <dgm:constr type="w" for="ch" forName="childNode" refType="w" fact="0.85"/>
              <dgm:constr type="h" for="ch" forName="childNode" refType="h" fact="0.78"/>
              <dgm:constr type="t" for="ch" forName="childNode" refType="h" refFor="ch" refForName="image" fact="0.66"/>
              <dgm:constr type="r" for="ch" forName="childNode" refType="w"/>
              <dgm:constr type="rOff" for="ch" forName="childNode" refType="w" refFor="ch" refForName="image" fact="-0.5"/>
              <dgm:constr type="tMarg" for="ch" forName="childNode" refType="w" refFor="ch" refForName="image" fact="1.25"/>
              <dgm:constr type="t" for="ch" forName="parentNode" refType="h" refFor="ch" refForName="image" fact="0.66"/>
              <dgm:constr type="b" for="ch" forName="parentNode" refType="b" refFor="ch" refForName="childNode"/>
              <dgm:constr type="r" for="ch" forName="parentNode" refType="w"/>
              <dgm:constr type="l" for="ch" forName="parentNode" refType="r" refFor="ch" refForName="childNode"/>
              <dgm:constr type="lOff" for="ch" forName="parentNode" refType="rOff" refFor="ch" refForName="childNode"/>
              <dgm:constr type="lMarg" for="ch" forName="parentNode" refType="w" refFor="ch" refForName="image" fact="1.25"/>
            </dgm:constrLst>
          </dgm:else>
        </dgm:choose>
        <dgm:ruleLst>
          <dgm:rule type="w" for="ch" forName="childNode" val="NaN" fact="0.4" max="NaN"/>
          <dgm:rule type="h" for="ch" forName="childNode" val="NaN" fact="0.5" max="NaN"/>
        </dgm:ruleLst>
        <dgm:layoutNode name="image" styleLbl="fgImgPlace1">
          <dgm:alg type="sp"/>
          <dgm:shape xmlns:r="http://schemas.openxmlformats.org/officeDocument/2006/relationships" type="rect" r:blip="" zOrderOff="4" blipPhldr="1">
            <dgm:adjLst/>
          </dgm:shape>
          <dgm:presOf/>
          <dgm:constrLst/>
          <dgm:ruleLst/>
        </dgm:layoutNode>
        <dgm:layoutNode name="childNode" styleLbl="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 zOrderOff="2">
            <dgm:adjLst/>
          </dgm:shape>
          <dgm:presOf axis="des" ptType="node"/>
          <dgm:constrLst/>
          <dgm:ruleLst>
            <dgm:rule type="primFontSz" val="5" fact="NaN" max="NaN"/>
          </dgm:ruleLst>
        </dgm:layoutNode>
        <dgm:layoutNode name="parentNode" styleLbl="revTx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autoTxRot" val="grav"/>
                <dgm:param type="txAnchorVert" val="t"/>
                <dgm:param type="parTxLTRAlign" val="r"/>
                <dgm:param type="parTxRTLAlign" val="r"/>
              </dgm:alg>
              <dgm:shape xmlns:r="http://schemas.openxmlformats.org/officeDocument/2006/relationships" rot="270" type="rect" r:blip="">
                <dgm:adjLst/>
              </dgm:shape>
              <dgm:presOf axis="self"/>
              <dgm:constrLst>
                <dgm:constr type="lMarg"/>
                <dgm:constr type="bMarg"/>
                <dgm:constr type="tMarg"/>
              </dgm:constrLst>
            </dgm:if>
            <dgm:else name="Name9">
              <dgm:alg type="tx">
                <dgm:param type="autoTxRot" val="grav"/>
                <dgm:param type="parTxLTRAlign" val="l"/>
                <dgm:param type="parTxRTLAlign" val="l"/>
              </dgm:alg>
              <dgm:shape xmlns:r="http://schemas.openxmlformats.org/officeDocument/2006/relationships" rot="90" type="rect" r:blip="">
                <dgm:adjLst/>
              </dgm:shape>
              <dgm:presOf axis="self"/>
              <dgm:constrLst>
                <dgm:constr type="rMarg"/>
                <dgm:constr type="bMarg"/>
                <dgm:constr type="tMarg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66046-AF50-4818-A0D5-9FA9C014AECC}" type="datetimeFigureOut">
              <a:rPr lang="en-IN" smtClean="0"/>
              <a:t>26-11-2023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49EB9-9EE0-4F31-A7DF-FED89B410E9E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1588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66046-AF50-4818-A0D5-9FA9C014AECC}" type="datetimeFigureOut">
              <a:rPr lang="en-IN" smtClean="0"/>
              <a:t>26-11-2023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49EB9-9EE0-4F31-A7DF-FED89B410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34770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66046-AF50-4818-A0D5-9FA9C014AECC}" type="datetimeFigureOut">
              <a:rPr lang="en-IN" smtClean="0"/>
              <a:t>26-11-2023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49EB9-9EE0-4F31-A7DF-FED89B410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3376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66046-AF50-4818-A0D5-9FA9C014AECC}" type="datetimeFigureOut">
              <a:rPr lang="en-IN" smtClean="0"/>
              <a:t>26-11-2023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49EB9-9EE0-4F31-A7DF-FED89B410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1830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66046-AF50-4818-A0D5-9FA9C014AECC}" type="datetimeFigureOut">
              <a:rPr lang="en-IN" smtClean="0"/>
              <a:t>26-11-2023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49EB9-9EE0-4F31-A7DF-FED89B410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9870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66046-AF50-4818-A0D5-9FA9C014AECC}" type="datetimeFigureOut">
              <a:rPr lang="en-IN" smtClean="0"/>
              <a:t>26-11-2023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49EB9-9EE0-4F31-A7DF-FED89B410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7722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66046-AF50-4818-A0D5-9FA9C014AECC}" type="datetimeFigureOut">
              <a:rPr lang="en-IN" smtClean="0"/>
              <a:t>26-11-2023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49EB9-9EE0-4F31-A7DF-FED89B410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2718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66046-AF50-4818-A0D5-9FA9C014AECC}" type="datetimeFigureOut">
              <a:rPr lang="en-IN" smtClean="0"/>
              <a:t>26-11-2023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49EB9-9EE0-4F31-A7DF-FED89B410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8639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66046-AF50-4818-A0D5-9FA9C014AECC}" type="datetimeFigureOut">
              <a:rPr lang="en-IN" smtClean="0"/>
              <a:t>26-11-2023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49EB9-9EE0-4F31-A7DF-FED89B410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2610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66046-AF50-4818-A0D5-9FA9C014AECC}" type="datetimeFigureOut">
              <a:rPr lang="en-IN" smtClean="0"/>
              <a:t>26-11-2023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49EB9-9EE0-4F31-A7DF-FED89B410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8434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66046-AF50-4818-A0D5-9FA9C014AECC}" type="datetimeFigureOut">
              <a:rPr lang="en-IN" smtClean="0"/>
              <a:t>26-11-2023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49EB9-9EE0-4F31-A7DF-FED89B410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25176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66046-AF50-4818-A0D5-9FA9C014AECC}" type="datetimeFigureOut">
              <a:rPr lang="en-IN" smtClean="0"/>
              <a:t>26-11-2023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49EB9-9EE0-4F31-A7DF-FED89B410E9E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09962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66046-AF50-4818-A0D5-9FA9C014AECC}" type="datetimeFigureOut">
              <a:rPr lang="en-IN" smtClean="0"/>
              <a:t>26-11-2023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49EB9-9EE0-4F31-A7DF-FED89B410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17034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66046-AF50-4818-A0D5-9FA9C014AECC}" type="datetimeFigureOut">
              <a:rPr lang="en-IN" smtClean="0"/>
              <a:t>26-11-2023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49EB9-9EE0-4F31-A7DF-FED89B410E9E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441818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66046-AF50-4818-A0D5-9FA9C014AECC}" type="datetimeFigureOut">
              <a:rPr lang="en-IN" smtClean="0"/>
              <a:t>26-11-2023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49EB9-9EE0-4F31-A7DF-FED89B410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71119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66046-AF50-4818-A0D5-9FA9C014AECC}" type="datetimeFigureOut">
              <a:rPr lang="en-IN" smtClean="0"/>
              <a:t>26-11-2023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49EB9-9EE0-4F31-A7DF-FED89B410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48081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B66046-AF50-4818-A0D5-9FA9C014AECC}" type="datetimeFigureOut">
              <a:rPr lang="en-IN" smtClean="0"/>
              <a:t>26-11-2023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49EB9-9EE0-4F31-A7DF-FED89B410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717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A1B66046-AF50-4818-A0D5-9FA9C014AECC}" type="datetimeFigureOut">
              <a:rPr lang="en-IN" smtClean="0"/>
              <a:t>26-11-2023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EA49EB9-9EE0-4F31-A7DF-FED89B410E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75269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37" r:id="rId1"/>
    <p:sldLayoutId id="2147483938" r:id="rId2"/>
    <p:sldLayoutId id="2147483939" r:id="rId3"/>
    <p:sldLayoutId id="2147483940" r:id="rId4"/>
    <p:sldLayoutId id="2147483941" r:id="rId5"/>
    <p:sldLayoutId id="2147483942" r:id="rId6"/>
    <p:sldLayoutId id="2147483943" r:id="rId7"/>
    <p:sldLayoutId id="2147483944" r:id="rId8"/>
    <p:sldLayoutId id="2147483945" r:id="rId9"/>
    <p:sldLayoutId id="2147483946" r:id="rId10"/>
    <p:sldLayoutId id="2147483947" r:id="rId11"/>
    <p:sldLayoutId id="2147483948" r:id="rId12"/>
    <p:sldLayoutId id="2147483949" r:id="rId13"/>
    <p:sldLayoutId id="2147483950" r:id="rId14"/>
    <p:sldLayoutId id="2147483951" r:id="rId15"/>
    <p:sldLayoutId id="2147483952" r:id="rId16"/>
    <p:sldLayoutId id="214748395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CB631-5CA0-6DF6-CDAE-914513E4CE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211" y="2536723"/>
            <a:ext cx="10996511" cy="1120877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solidFill>
                  <a:schemeClr val="bg1"/>
                </a:solidFill>
              </a:rPr>
              <a:t>Learning &amp; experiences from Sprint 0,1,2 &amp;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900B85-D20B-89E5-1526-F3EECAE90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80206" y="5722374"/>
            <a:ext cx="2723536" cy="452284"/>
          </a:xfrm>
        </p:spPr>
        <p:txBody>
          <a:bodyPr>
            <a:normAutofit/>
          </a:bodyPr>
          <a:lstStyle/>
          <a:p>
            <a:pPr algn="ctr"/>
            <a:r>
              <a:rPr lang="en-IN" b="1" i="1" cap="none" dirty="0">
                <a:solidFill>
                  <a:schemeClr val="bg1"/>
                </a:solidFill>
              </a:rPr>
              <a:t>By Harish Kumar</a:t>
            </a:r>
          </a:p>
        </p:txBody>
      </p:sp>
    </p:spTree>
    <p:extLst>
      <p:ext uri="{BB962C8B-B14F-4D97-AF65-F5344CB8AC3E}">
        <p14:creationId xmlns:p14="http://schemas.microsoft.com/office/powerpoint/2010/main" val="3018337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B939466-3783-4BBF-1CCB-1F1627505CC4}"/>
              </a:ext>
            </a:extLst>
          </p:cNvPr>
          <p:cNvSpPr txBox="1">
            <a:spLocks/>
          </p:cNvSpPr>
          <p:nvPr/>
        </p:nvSpPr>
        <p:spPr>
          <a:xfrm>
            <a:off x="646111" y="1"/>
            <a:ext cx="9404723" cy="76691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sz="3600" b="1" i="1" dirty="0">
                <a:solidFill>
                  <a:schemeClr val="bg1"/>
                </a:solidFill>
              </a:rPr>
              <a:t>SPRINT 0</a:t>
            </a: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7BF94283-5A79-5946-38A7-952C90A6F7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1342930"/>
              </p:ext>
            </p:extLst>
          </p:nvPr>
        </p:nvGraphicFramePr>
        <p:xfrm>
          <a:off x="206477" y="924231"/>
          <a:ext cx="11690555" cy="9340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30D0A497-477F-B620-FDD9-0211A78917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61697281"/>
              </p:ext>
            </p:extLst>
          </p:nvPr>
        </p:nvGraphicFramePr>
        <p:xfrm>
          <a:off x="206477" y="2379407"/>
          <a:ext cx="11690555" cy="10495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01762DDA-A006-9099-D2B5-39284C5E6D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48111191"/>
              </p:ext>
            </p:extLst>
          </p:nvPr>
        </p:nvGraphicFramePr>
        <p:xfrm>
          <a:off x="481781" y="3736259"/>
          <a:ext cx="11297264" cy="12781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</p:spTree>
    <p:extLst>
      <p:ext uri="{BB962C8B-B14F-4D97-AF65-F5344CB8AC3E}">
        <p14:creationId xmlns:p14="http://schemas.microsoft.com/office/powerpoint/2010/main" val="214774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756362CA-36D6-8B1B-56D1-D47A13EA6B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45374298"/>
              </p:ext>
            </p:extLst>
          </p:nvPr>
        </p:nvGraphicFramePr>
        <p:xfrm>
          <a:off x="68826" y="688258"/>
          <a:ext cx="11867535" cy="59386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5292E5D8-E156-5BA3-139B-DE0C50CC1F5B}"/>
              </a:ext>
            </a:extLst>
          </p:cNvPr>
          <p:cNvSpPr txBox="1">
            <a:spLocks/>
          </p:cNvSpPr>
          <p:nvPr/>
        </p:nvSpPr>
        <p:spPr>
          <a:xfrm>
            <a:off x="646111" y="1"/>
            <a:ext cx="9404723" cy="76691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sz="3600" b="1" i="1" dirty="0">
                <a:solidFill>
                  <a:schemeClr val="bg1"/>
                </a:solidFill>
              </a:rPr>
              <a:t>SPRINT 01</a:t>
            </a:r>
          </a:p>
        </p:txBody>
      </p:sp>
    </p:spTree>
    <p:extLst>
      <p:ext uri="{BB962C8B-B14F-4D97-AF65-F5344CB8AC3E}">
        <p14:creationId xmlns:p14="http://schemas.microsoft.com/office/powerpoint/2010/main" val="405444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421AA32-30F8-6BE3-5D24-ADD73182302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84212" y="0"/>
            <a:ext cx="10681877" cy="61943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sz="3600" b="1" i="1" dirty="0">
                <a:solidFill>
                  <a:schemeClr val="bg1"/>
                </a:solidFill>
              </a:rPr>
              <a:t>Sprint 02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B10282E6-33C3-01AA-9748-602DF360BB1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89961343"/>
              </p:ext>
            </p:extLst>
          </p:nvPr>
        </p:nvGraphicFramePr>
        <p:xfrm>
          <a:off x="373626" y="719666"/>
          <a:ext cx="11818374" cy="59072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94243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FB581D2-E1B7-D227-B58F-DEE2DAC757F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84213" y="0"/>
            <a:ext cx="10485232" cy="65876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7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IN" sz="3600" b="1" i="1" dirty="0">
                <a:solidFill>
                  <a:schemeClr val="bg1"/>
                </a:solidFill>
              </a:rPr>
              <a:t>Sprint 03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1EE17972-EDD8-99B7-5127-66767F704D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8103036"/>
              </p:ext>
            </p:extLst>
          </p:nvPr>
        </p:nvGraphicFramePr>
        <p:xfrm>
          <a:off x="452284" y="658762"/>
          <a:ext cx="11582400" cy="60370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73853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D27A95-B791-2746-A35A-F57012A32B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3205" y="2585884"/>
            <a:ext cx="9197208" cy="1120876"/>
          </a:xfrm>
        </p:spPr>
        <p:txBody>
          <a:bodyPr/>
          <a:lstStyle/>
          <a:p>
            <a:pPr algn="ctr"/>
            <a:r>
              <a:rPr lang="en-IN" i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38112231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170</TotalTime>
  <Words>145</Words>
  <Application>Microsoft Office PowerPoint</Application>
  <PresentationFormat>Widescreen</PresentationFormat>
  <Paragraphs>47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Century Gothic</vt:lpstr>
      <vt:lpstr>Wingdings 3</vt:lpstr>
      <vt:lpstr>Slice</vt:lpstr>
      <vt:lpstr>Learning &amp; experiences from Sprint 0,1,2 &amp; 3</vt:lpstr>
      <vt:lpstr>PowerPoint Presentation</vt:lpstr>
      <vt:lpstr>PowerPoint Presentation</vt:lpstr>
      <vt:lpstr>Sprint 02</vt:lpstr>
      <vt:lpstr>Sprint 03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Learning &amp; experiences from Sprint 0,1,2 &amp; 3</dc:title>
  <dc:creator>chilla lalitha</dc:creator>
  <cp:lastModifiedBy>chilla lalitha</cp:lastModifiedBy>
  <cp:revision>1</cp:revision>
  <dcterms:created xsi:type="dcterms:W3CDTF">2023-11-26T13:59:04Z</dcterms:created>
  <dcterms:modified xsi:type="dcterms:W3CDTF">2023-11-26T16:49:06Z</dcterms:modified>
</cp:coreProperties>
</file>